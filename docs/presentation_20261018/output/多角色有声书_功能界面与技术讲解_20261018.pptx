
<file path=[Content_Types].xml><?xml version="1.0" encoding="utf-8"?>
<Types xmlns="http://schemas.openxmlformats.org/package/2006/content-types">
  <Default Extension="png" ContentType="image/png"/>
  <Default Extension="jpeg" ContentType="image/jpeg"/>
  <Default Extension="JPG" ContentType="image/.jpg"/>
  <Default Extension="mp3" ContentType="audio/mp3"/>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93" r:id="rId5"/>
    <p:sldId id="258" r:id="rId6"/>
    <p:sldId id="259" r:id="rId7"/>
    <p:sldId id="262" r:id="rId8"/>
    <p:sldId id="264" r:id="rId9"/>
    <p:sldId id="265" r:id="rId10"/>
    <p:sldId id="263" r:id="rId11"/>
    <p:sldId id="261" r:id="rId12"/>
    <p:sldId id="266"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12192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1" Type="http://schemas.openxmlformats.org/officeDocument/2006/relationships/tableStyles" Target="tableStyles.xml"/><Relationship Id="rId40" Type="http://schemas.openxmlformats.org/officeDocument/2006/relationships/viewProps" Target="viewProps.xml"/><Relationship Id="rId4" Type="http://schemas.openxmlformats.org/officeDocument/2006/relationships/notesMaster" Target="notesMasters/notesMaster1.xml"/><Relationship Id="rId39" Type="http://schemas.openxmlformats.org/officeDocument/2006/relationships/presProps" Target="presProps.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汇报截止：2026-10-18。工程实现、局部人工验收与研究效果分开表述。</a:t>
            </a:r>
          </a:p>
          <a:p>
            <a:r>
              <a:t>本地来源：</a:t>
            </a:r>
          </a:p>
          <a:p>
            <a:r>
              <a:t>/Users/yinzh/PycharmProjects/EPUB_to_Audio_Converter-1/docs/项目进度与人工验收安排.md</a:t>
            </a:r>
          </a:p>
          <a:p>
            <a:r>
              <a:t>/Users/yinzh/PycharmProjects/EPUB_to_Audio_Converter-1/docs/MiMo统一核心使用与验收.md</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汇报截止：2026-10-18。工程实现、局部人工验收与研究效果分开表述。</a:t>
            </a:r>
          </a:p>
          <a:p>
            <a:r>
              <a:t>本地来源：</a:t>
            </a:r>
          </a:p>
          <a:p>
            <a:r>
              <a:t>/Users/yinzh/PycharmProjects/EPUB_to_Audio_Converter-1/docs/MiMo统一核心使用与验收.md</a:t>
            </a:r>
          </a:p>
          <a:p>
            <a:r>
              <a:t>/Users/yinzh/PycharmProjects/EPUB_to_Audio_Converter-1/docs/项目进度与人工验收安排.md</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汇报截止：2026-10-18。工程实现、局部人工验收与研究效果分开表述。</a:t>
            </a:r>
          </a:p>
          <a:p>
            <a:r>
              <a:t>本地来源：</a:t>
            </a:r>
          </a:p>
          <a:p>
            <a:r>
              <a:t>/Users/yinzh/PycharmProjects/EPUB_to_Audio_Converter-1/docs/MiMo统一核心使用与验收.md</a:t>
            </a:r>
          </a:p>
          <a:p>
            <a:r>
              <a:t>/Users/yinzh/PycharmProjects/EPUB_to_Audio_Converter-1/audiobook_generator/audio_core/pipeline.py</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汇报截止：2026-10-18。工程实现、局部人工验收与研究效果分开表述。</a:t>
            </a:r>
          </a:p>
          <a:p>
            <a:r>
              <a:t>本地来源：</a:t>
            </a:r>
          </a:p>
          <a:p>
            <a:r>
              <a:t>/Users/yinzh/PycharmProjects/EPUB_to_Audio_Converter-1/docs/validation/narration_identity_20261017/README.md</a:t>
            </a:r>
          </a:p>
          <a:p>
            <a:r>
              <a:t>/Users/yinzh/PycharmProjects/EPUB_to_Audio_Converter-1/audiobook_generator/role_script/validator.py</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载入已有 machine_proposal_final.json，含13角色、2章节、77段。章节5有62段、章节6有15段。界面显示“已确认当前副本”属于现有导入行为，不代表77段已经人工验收。分析来源标记仍为proposed。截图展示本章叙述声音的设置，没有点击应用或新生成。</a:t>
            </a:r>
          </a:p>
          <a:p/>
          <a:p>
            <a:r>
              <a:t>界面来源：http://127.0.0.1:7862/，2026-10-18 当前运行的有声书工坊。</a:t>
            </a:r>
          </a:p>
          <a:p>
            <a:r>
              <a:t>截图原图：/Users/yinzh/PycharmProjects/EPUB_to_Audio_Converter-1/docs/presentation_20261018/assets/ui_20261018/narration_full.jpg</a:t>
            </a:r>
          </a:p>
          <a:p>
            <a:r>
              <a:t>代码：/Users/yinzh/PycharmProjects/EPUB_to_Audio_Converter-1/audiobook_generator/ui/web_ui.py</a:t>
            </a:r>
          </a:p>
          <a:p>
            <a:r>
              <a:t>截图使用已有本地书籍、剧本和音频，不代表本轮新生成或新验收。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汇报截止：2026-10-18。工程实现、局部人工验收与研究效果分开表述。</a:t>
            </a:r>
          </a:p>
          <a:p>
            <a:r>
              <a:t>本地来源：</a:t>
            </a:r>
          </a:p>
          <a:p>
            <a:r>
              <a:t>/Users/yinzh/PycharmProjects/EPUB_to_Audio_Converter-1/docs/MiMo统一核心使用与验收.md</a:t>
            </a:r>
          </a:p>
          <a:p>
            <a:r>
              <a:t>/Users/yinzh/PycharmProjects/EPUB_to_Audio_Converter-1/audiobook_generator/audio_core/reading.py</a:t>
            </a:r>
          </a:p>
          <a:p>
            <a:r>
              <a:t>/Users/yinzh/PycharmProjects/EPUB_to_Audio_Converter-1/audiobook_generator/audio_core/english_reading.py</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汇报截止：2026-10-18。技术补充基于项目现有代码，公式归纳当前实现，未经独立实验验证的效果不作结论。</a:t>
            </a:r>
          </a:p>
          <a:p>
            <a:r>
              <a:t>S 表示本章原文。source_span 使用半开区间 [start,end)。严格来源校验要求切片内容与分段完全一致、区间连续且覆盖全章。角色归属的引文同样需要切片验证。该机制保证结构与引文可追溯，不能保证模型对说话人语义判断必然正确。</a:t>
            </a:r>
          </a:p>
          <a:p>
            <a:r>
              <a:t>本地来源：</a:t>
            </a:r>
          </a:p>
          <a:p>
            <a:r>
              <a:t>/Users/yinzh/PycharmProjects/EPUB_to_Audio_Converter-1/audiobook_generator/role_script/validator.py</a:t>
            </a:r>
          </a:p>
          <a:p>
            <a:r>
              <a:t>/Users/yinzh/PycharmProjects/EPUB_to_Audio_Converter-1/docs/validation/narration_identity_20261017/README.md</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汇报截止：2026-10-18。工程实现、局部人工验收与研究效果分开表述。</a:t>
            </a:r>
          </a:p>
          <a:p>
            <a:r>
              <a:t>本地来源：</a:t>
            </a:r>
          </a:p>
          <a:p>
            <a:r>
              <a:t>/Users/yinzh/PycharmProjects/EPUB_to_Audio_Converter-1/docs/MiMo统一核心使用与验收.md</a:t>
            </a:r>
          </a:p>
          <a:p>
            <a:r>
              <a:t>/Users/yinzh/PycharmProjects/EPUB_to_Audio_Converter-1/docs/项目进度与人工验收安排.md</a:t>
            </a:r>
          </a:p>
          <a:p>
            <a:r>
              <a:t>/Users/yinzh/PycharmProjects/EPUB_to_Audio_Converter-1/docs/论文创新点与实现方案.md</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汇报截止：2026-10-18。工程实现、局部人工验收与研究效果分开表述。</a:t>
            </a:r>
          </a:p>
          <a:p>
            <a:r>
              <a:t>本地来源：</a:t>
            </a:r>
          </a:p>
          <a:p>
            <a:r>
              <a:t>/Users/yinzh/PycharmProjects/EPUB_to_Audio_Converter-1/docs/MiMo混合选角使用与验收.md</a:t>
            </a:r>
          </a:p>
          <a:p>
            <a:r>
              <a:t>/Users/yinzh/PycharmProjects/EPUB_to_Audio_Converter-1/audiobook_generator/audio_core/casting.py</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汇报截止：2026-10-18。技术补充基于项目现有代码，公式归纳当前实现，未经独立实验验证的效果不作结论。</a:t>
            </a:r>
          </a:p>
          <a:p>
            <a:r>
              <a:t>w_ij 是角色 i、j 连续对话切换次数，旁白或至少1.5秒停顿会断开链条。f(i) 是分配的声音，P 是人工审查的角色适配惩罚，M 是相对初始分配的换声数。目标函数系数0.25、0.1、0.05是代码当前配置。完整候选空间不超过4096时精确枚举，否则按加权度贪心并最多20轮局部改配或交换。</a:t>
            </a:r>
          </a:p>
          <a:p>
            <a:r>
              <a:t>本地来源：</a:t>
            </a:r>
          </a:p>
          <a:p>
            <a:r>
              <a:t>/Users/yinzh/PycharmProjects/EPUB_to_Audio_Converter-1/audiobook_generator/audio_core/casting.py</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汇报截止：2026-10-18。工程实现、局部人工验收与研究效果分开表述。</a:t>
            </a:r>
          </a:p>
          <a:p>
            <a:r>
              <a:t>本地来源：</a:t>
            </a:r>
          </a:p>
          <a:p>
            <a:r>
              <a:t>/Users/yinzh/PycharmProjects/EPUB_to_Audio_Converter-1/docs/MiMo参考音克隆接入与验收.md</a:t>
            </a:r>
          </a:p>
          <a:p>
            <a:r>
              <a:t>/Users/yinzh/PycharmProjects/EPUB_to_Audio_Converter-1/docs/MiMo混合选角使用与验收.md</a:t>
            </a:r>
          </a:p>
          <a:p>
            <a:r>
              <a:t>/Users/yinzh/PycharmProjects/EPUB_to_Audio_Converter-1/audiobook_generator/tts_providers/mimo_voice.py</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同一份已载入的V2剧本，选择Juli Baker后实际显示Chloe、英语、1.0倍速。右侧试听结果为空，因此不能称这次试听成功。固定试听会保存本地参考音，之后试听或生成可能向MiMo发送参考音，此处未触发。</a:t>
            </a:r>
          </a:p>
          <a:p/>
          <a:p>
            <a:r>
              <a:t>界面来源：http://127.0.0.1:7862/，2026-10-18 当前运行的有声书工坊。</a:t>
            </a:r>
          </a:p>
          <a:p>
            <a:r>
              <a:t>截图原图：/Users/yinzh/PycharmProjects/EPUB_to_Audio_Converter-1/docs/presentation_20261018/assets/ui_20261018/role_full.jpg</a:t>
            </a:r>
          </a:p>
          <a:p>
            <a:r>
              <a:t>代码：/Users/yinzh/PycharmProjects/EPUB_to_Audio_Converter-1/audiobook_generator/ui/web_ui.py</a:t>
            </a:r>
          </a:p>
          <a:p>
            <a:r>
              <a:t>截图使用已有本地书籍、剧本和音频，不代表本轮新生成或新验收。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汇报截止：2026-10-18。工程实现、局部人工验收与研究效果分开表述。</a:t>
            </a:r>
          </a:p>
          <a:p>
            <a:r>
              <a:t>本地来源：</a:t>
            </a:r>
          </a:p>
          <a:p>
            <a:r>
              <a:t>/Users/yinzh/PycharmProjects/EPUB_to_Audio_Converter-1/docs/MiMo统一核心使用与验收.md</a:t>
            </a:r>
          </a:p>
          <a:p>
            <a:r>
              <a:t>/Users/yinzh/PycharmProjects/EPUB_to_Audio_Converter-1/audiobook_generator/audio_core/quality.py</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QualityEvaluator.evaluate_chunk 分别产生 signal、content、consistency 维度。evaluate_boundary 对每组相邻片段产生 stitching、content 维度。正式管线先检查各块，再为相邻两块组装完整窗口并转写检查。三类输入以 ReadingChunk.tts_text、role_id、音频路径和角色 anchor 为准，不拿未经处理的书籍排版文本直接比对。不得把文本一致、能解码、人物一致或主观自然度合并成一个未经验证的“正确率”。</a:t>
            </a:r>
          </a:p>
          <a:p/>
          <a:p>
            <a:r>
              <a:t>项目源码与本地证据（截至 2026-10-18）：</a:t>
            </a:r>
          </a:p>
          <a:p>
            <a:r>
              <a:t>/Users/yinzh/PycharmProjects/EPUB_to_Audio_Converter-1/audiobook_generator/audio_core/quality.py</a:t>
            </a:r>
          </a:p>
          <a:p>
            <a:r>
              <a:t>/Users/yinzh/PycharmProjects/EPUB_to_Audio_Converter-1/audiobook_generator/audio_core/pipeline.py</a:t>
            </a:r>
          </a:p>
          <a:p>
            <a:r>
              <a:t>/Users/yinzh/PycharmProjects/EPUB_to_Audio_Converter-1/audiobook_generator/audio_core/models.py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真实界面中MiMo检查开启，自动修复关闭。已发现本地内容转写与声纹模型，但阈值及独立验收仍需按项目报告判断。读取既有报告不会调用付费合成。</a:t>
            </a:r>
          </a:p>
          <a:p/>
          <a:p>
            <a:r>
              <a:t>界面来源：http://127.0.0.1:7862/，2026-10-18 当前运行的有声书工坊。</a:t>
            </a:r>
          </a:p>
          <a:p>
            <a:r>
              <a:t>截图原图：/Users/yinzh/PycharmProjects/EPUB_to_Audio_Converter-1/docs/presentation_20261018/assets/ui_20261018/checks_full.jpg</a:t>
            </a:r>
          </a:p>
          <a:p>
            <a:r>
              <a:t>代码：/Users/yinzh/PycharmProjects/EPUB_to_Audio_Converter-1/audiobook_generator/ui/web_ui.py</a:t>
            </a:r>
          </a:p>
          <a:p>
            <a:r>
              <a:t>截图使用已有本地书籍、剧本和音频，不代表本轮新生成或新验收。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转写路径：QualityEvaluator.transcript → SenseVoiceBackend.__call__ → voxcpm_asr.transcribe_audio。FunASR AutoModel.generate(input=..., language="auto", use_itn=True)，从 result[0]["text"].split("|&gt;")[-1] 获取正文。核心后端要求已配置的本地模型目录，固定 CPU，模型版本纳入缓存指纹，不隐式下载。comparison_details 先做 Unicode NFKC、弯撇号转直撇号、normalize_reading_text、显式词典与内置数值等价，再按语言分词。英文 comparison_reading 仅支持有边界的数值/日期等价，模糊编号和缩略词不任意展开。中文按规范化后的字符比较，混合语言使用 mixed_token 并单独记录指标。</a:t>
            </a:r>
          </a:p>
          <a:p/>
          <a:p>
            <a:r>
              <a:t>项目源码与本地证据（截至 2026-10-18）：</a:t>
            </a:r>
          </a:p>
          <a:p>
            <a:r>
              <a:t>/Users/yinzh/PycharmProjects/EPUB_to_Audio_Converter-1/audiobook_generator/audio_core/backends.py</a:t>
            </a:r>
          </a:p>
          <a:p>
            <a:r>
              <a:t>/Users/yinzh/PycharmProjects/EPUB_to_Audio_Converter-1/audiobook_generator/utils/voxcpm_asr.py</a:t>
            </a:r>
          </a:p>
          <a:p>
            <a:r>
              <a:t>/Users/yinzh/PycharmProjects/EPUB_to_Audio_Converter-1/audiobook_generator/audio_core/reading.py</a:t>
            </a:r>
          </a:p>
          <a:p>
            <a:r>
              <a:t>/Users/yinzh/PycharmProjects/EPUB_to_Audio_Converter-1/audiobook_generator/audio_core/english_reading.py</a:t>
            </a:r>
          </a:p>
          <a:p>
            <a:r>
              <a:t>/Users/yinzh/PycharmProjects/EPUB_to_Audio_Converter-1/audiobook_generator/audio_core/quality.py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align_text 使用 Levenshtein 动态规划。D(i,j) 表示参考前 i 个单位与识别前 j 个单位的最小改动数。边界 D(i,0)=i，D(0,j)=j。先填表，再从右下角回溯得到 replace/delete/insert，保存 reference_index、hypothesis_index 和具体文本。中文指标 CER，英文 WER，混合文本 mixed_token_error_rate。error_rate=dist/max(1,len(reference_tokens))，多读很多时可以超过 100%，不能把 1-error_rate 直接称为音频正确率。索引定位到规范化后的字词，不等于毫秒级声学时间戳。只要出现任意差异，content 仍为 incomplete 并写 asr_mismatch，不是凭一个百分比阈值确认缺陷。本页中文例子为算法示意，不是项目实测音频。R034 的真实接受与误报裁决见 v49：要求精确 verified_tts_text、整块内容完整、无增读及音频/报告/告警指纹绑定，不能用一小段试听消除整块提示。</a:t>
            </a:r>
          </a:p>
          <a:p/>
          <a:p>
            <a:r>
              <a:t>项目源码与本地证据（截至 2026-10-18）：</a:t>
            </a:r>
          </a:p>
          <a:p>
            <a:r>
              <a:t>/Users/yinzh/PycharmProjects/EPUB_to_Audio_Converter-1/audiobook_generator/audio_core/quality.py</a:t>
            </a:r>
          </a:p>
          <a:p>
            <a:r>
              <a:t>/Users/yinzh/PycharmProjects/EPUB_to_Audio_Converter-1/audiobook_generator/audio_core/quality_review.py</a:t>
            </a:r>
          </a:p>
          <a:p>
            <a:r>
              <a:t>/Users/yinzh/PycharmProjects/EPUB_to_Audio_Converter-1/docs/validation/audio_core_20261017/README.md</a:t>
            </a:r>
          </a:p>
          <a:p>
            <a:r>
              <a:t>/Users/yinzh/PycharmProjects/EPUB_to_Audio_Converter-1/docs/validation/audio_core_20261017/asr_adjudication_actual_v49.json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SpeakerEncoder 使用本地 SpeechBrain ECAPA EncoderClassifier，模型权重齐全才允许运行，CPU 推理。mono_resampled 将声道取均值并用 scipy.signal.resample_poly 抗混叠重采样到 16 kHz。有效语音近似为 RMS≥0.003 的 20 ms 帧，min(总时长,有效帧时长)须≥3 s。模型输出扁平向量并 L2 归一化，QualityEvaluator.embedding 再验证有限数值、非空且范数&gt;0。distance=1−dot(e_current,e_anchor)，&gt;0.35 只触发 speaker_drift，speaker_threshold_kind=uncalibrated。consistency 不会因距离小而自动 passed。参考音优先采用有效固定配置，自动 bootstrap 参考只适用于非 design/clone、无问题且内容通过的片段；这是程序可用参考，不等于人已确认身份。比较时校验参考音 SHA256 与记录绑定，文件发生变化即拒绝沿用依据。</a:t>
            </a:r>
          </a:p>
          <a:p/>
          <a:p>
            <a:r>
              <a:t>项目源码与本地证据（截至 2026-10-18）：</a:t>
            </a:r>
          </a:p>
          <a:p>
            <a:r>
              <a:t>/Users/yinzh/PycharmProjects/EPUB_to_Audio_Converter-1/audiobook_generator/audio_core/backends.py</a:t>
            </a:r>
          </a:p>
          <a:p>
            <a:r>
              <a:t>/Users/yinzh/PycharmProjects/EPUB_to_Audio_Converter-1/audiobook_generator/audio_core/quality.py</a:t>
            </a:r>
          </a:p>
          <a:p>
            <a:r>
              <a:t>/Users/yinzh/PycharmProjects/EPUB_to_Audio_Converter-1/audiobook_generator/audio_core/audio.py</a:t>
            </a:r>
          </a:p>
          <a:p>
            <a:r>
              <a:t>/Users/yinzh/PycharmProjects/EPUB_to_Audio_Converter-1/audiobook_generator/audio_core/pipeline.py</a:t>
            </a:r>
          </a:p>
          <a:p>
            <a:r>
              <a:t>/Users/yinzh/PycharmProjects/EPUB_to_Audio_Converter-1/docs/validation/audio_core_20261017/README.md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signal_features 的 frame_rms 默认帧宽20 ms，RMS≥0.003 估计有效发声，active=min(duration,active_seconds)。可选 SileroVAD 使用随包 ONNX 模型、16 kHz 输入与 get_speech_timestamps，默认 enable_vad=False，失败则沿用轻量估计。reading_count 用规范化参考计数，并非实测逐词时间戳。count≥5、总时长≥1 s、语言为en/zh且没有已发现的内容差异才使用语速规则。英文阈值 max_english_wpm/60，默认300词/分；中文max_rate默认4.3字/秒。abs(log(rate/reference_rate))&gt;log(1.3)，等价于ratio&gt;1.3或ratio&lt;1/1.3，绝非对称±30%。当前或参考文本对齐异常、单位不同时不做相对语速判断。pitch_summary 将音频重采样到8 kHz，320点窗口、160点步长，去均值并加Hann窗，对RMS≥0.01的帧自相关，候选lag16..133且归一化峰相关≥0.55才纳入。取中位基频和四分位距。shift=12log2(f_current/f_reference)，|shift|&gt;6且双方 voiced_frames≥50才触发pitch_drift。这是轻量估计和未校准启发式提示，不是训练过的情绪或错误发音分类器。</a:t>
            </a:r>
          </a:p>
          <a:p/>
          <a:p>
            <a:r>
              <a:t>项目源码与本地证据（截至 2026-10-18）：</a:t>
            </a:r>
          </a:p>
          <a:p>
            <a:r>
              <a:t>/Users/yinzh/PycharmProjects/EPUB_to_Audio_Converter-1/audiobook_generator/audio_core/audio.py</a:t>
            </a:r>
          </a:p>
          <a:p>
            <a:r>
              <a:t>/Users/yinzh/PycharmProjects/EPUB_to_Audio_Converter-1/audiobook_generator/audio_core/quality.py</a:t>
            </a:r>
          </a:p>
          <a:p>
            <a:r>
              <a:t>/Users/yinzh/PycharmProjects/EPUB_to_Audio_Converter-1/audiobook_generator/audio_core/backends.py</a:t>
            </a:r>
          </a:p>
          <a:p>
            <a:r>
              <a:t>/Users/yinzh/PycharmProjects/EPUB_to_Audio_Converter-1/audiobook_generator/audio_core/models.py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boundary_features 默认 window_seconds=2.0。左右短窗口先单声道16 kHz，边缘20 ms即320点算RMS，rms_jump_db=|20log10(RMS_left/RMS_right)|。边缘各512点FFT幅度谱作L2归一化，计算欧氏距离。tail/head由完整片段的连续边缘20 ms低能量帧（RMS&lt;0.003）计数，保守估计静音。added_pause=planned−tail−head，若&gt;0，sample_jump=max(|left_last|,|right_first|)，否则=|left_last−right_first|。九个特征包括样本跳变、RMS分贝差、谱距离、左右发声标记、左右静音、计划停顿、是否同角色。默认 heuristic_labels 只产生疑似click和过长gap，两条规则如页面所列，并不直接确认cutoff或overlap。可选 boundary-logistic-v1 将9项标准化，四个独立sigmoid头预测click/cutoff/overlap/gap，训练集拟合、独立dev选阈值（先限制dev误报≤5%再最大化召回），同源变体不得跨split。真实独立评估未完成，因此即使预测完成，stitching维度也保持incomplete。完整两句ASR输入是assembled_window，与两个完整tts_text拼接比较，不是只拿各2秒。J076真实v46移除已确认静音中央1.04秒，停顿2.04→1.00秒，原语音保留，v47用户确认三处修复正常。</a:t>
            </a:r>
          </a:p>
          <a:p/>
          <a:p>
            <a:r>
              <a:t>项目源码与本地证据（截至 2026-10-18）：</a:t>
            </a:r>
          </a:p>
          <a:p>
            <a:r>
              <a:t>/Users/yinzh/PycharmProjects/EPUB_to_Audio_Converter-1/audiobook_generator/audio_core/audio.py</a:t>
            </a:r>
          </a:p>
          <a:p>
            <a:r>
              <a:t>/Users/yinzh/PycharmProjects/EPUB_to_Audio_Converter-1/audiobook_generator/audio_core/quality.py</a:t>
            </a:r>
          </a:p>
          <a:p>
            <a:r>
              <a:t>/Users/yinzh/PycharmProjects/EPUB_to_Audio_Converter-1/audiobook_generator/audio_core/boundary_model.py</a:t>
            </a:r>
          </a:p>
          <a:p>
            <a:r>
              <a:t>/Users/yinzh/PycharmProjects/EPUB_to_Audio_Converter-1/docs/validation/audio_core_20261017/README.md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signal_features 解码为float32 always_2d，样本需有限且采样率有效。peak=max(abs(samples))，clipped_fraction=mean(abs(samples)&gt;=0.999)，阈值&gt;0.002。evaluate_chunk 对 samples==0、peak&lt;0.003、clipped_fraction&gt;0.002 分别生成 empty_audio/too_quiet/clipping，certainty=confirmed、severity=error、signal=failed。这里的“确认”是程序对信号阈值事实的确认，不能外推为人工自然度结论。QualityReport.status 精确逻辑：存在confirmed error则failed；否则有任意issues或任意dimension=incomplete则incomplete；否则passed。speaker未校准或缺模型、stitching未验收时不会因为没越阈值而自动passed。SHA256绑定音频，ASR缓存键同时含音频SHA、模型fingerprint和处理版本；检查前后校验文件和模型未变，避免拿旧缓存或旧人工结论套到新版本。人审结论需精确绑定报告、音频、告警及所听上下文，机器原始依据保留。</a:t>
            </a:r>
          </a:p>
          <a:p/>
          <a:p>
            <a:r>
              <a:t>项目源码与本地证据（截至 2026-10-18）：</a:t>
            </a:r>
          </a:p>
          <a:p>
            <a:r>
              <a:t>/Users/yinzh/PycharmProjects/EPUB_to_Audio_Converter-1/audiobook_generator/audio_core/audio.py</a:t>
            </a:r>
          </a:p>
          <a:p>
            <a:r>
              <a:t>/Users/yinzh/PycharmProjects/EPUB_to_Audio_Converter-1/audiobook_generator/audio_core/quality.py</a:t>
            </a:r>
          </a:p>
          <a:p>
            <a:r>
              <a:t>/Users/yinzh/PycharmProjects/EPUB_to_Audio_Converter-1/audiobook_generator/audio_core/models.py</a:t>
            </a:r>
          </a:p>
          <a:p>
            <a:r>
              <a:t>/Users/yinzh/PycharmProjects/EPUB_to_Audio_Converter-1/audiobook_generator/audio_core/quality_review.py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读取flipped_casting_preview_20261017目录既有quality.json，run833889352480474a859cd06200d0ed5e。报告显示第5章incomplete且音频已导出。本次运行累计1次合成请求（修复1次），历史已知101次且不全，两项可能重叠不相加。页面表格可水平滚动，此截图保留位置、维度、问题三列。原机器证据不被新的界面阅读替代。</a:t>
            </a:r>
          </a:p>
          <a:p/>
          <a:p>
            <a:r>
              <a:t>界面来源：http://127.0.0.1:7862/，2026-10-18 当前运行的有声书工坊。</a:t>
            </a:r>
          </a:p>
          <a:p>
            <a:r>
              <a:t>截图原图：/Users/yinzh/PycharmProjects/EPUB_to_Audio_Converter-1/docs/presentation_20261018/assets/ui_20261018/report_full.jpg</a:t>
            </a:r>
          </a:p>
          <a:p>
            <a:r>
              <a:t>代码：/Users/yinzh/PycharmProjects/EPUB_to_Audio_Converter-1/audiobook_generator/ui/web_ui.py</a:t>
            </a:r>
          </a:p>
          <a:p>
            <a:r>
              <a:t>截图使用已有本地书籍、剧本和音频，不代表本轮新生成或新验收。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汇报截止：2026-10-18。工程实现、局部人工验收与研究效果分开表述。</a:t>
            </a:r>
          </a:p>
          <a:p>
            <a:r>
              <a:t>本地来源：</a:t>
            </a:r>
          </a:p>
          <a:p>
            <a:r>
              <a:t>/Users/yinzh/PycharmProjects/EPUB_to_Audio_Converter-1/docs/MiMo统一核心使用与验收.md</a:t>
            </a:r>
          </a:p>
          <a:p>
            <a:r>
              <a:t>/Users/yinzh/PycharmProjects/EPUB_to_Audio_Converter-1/audiobook_generator/audio_core/store.py</a:t>
            </a:r>
          </a:p>
          <a:p>
            <a:r>
              <a:t>/Users/yinzh/PycharmProjects/EPUB_to_Audio_Converter-1/audiobook_generator/audio_core/pipeline.py</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当前选择5:60:classmates:chunk:1与5:61:narrator:chunk:1之间的J076窗口，播放器显示约4秒。页面已加载既有J076.wav，此次未点击播放，也未做新的修复。项目历史J076曾确认停顿约2.04秒并调整至约1秒，具体历史结论见前文技术页，当前截图本身不重复证明验收结果。</a:t>
            </a:r>
          </a:p>
          <a:p/>
          <a:p>
            <a:r>
              <a:t>界面来源：http://127.0.0.1:7862/，2026-10-18 当前运行的有声书工坊。</a:t>
            </a:r>
          </a:p>
          <a:p>
            <a:r>
              <a:t>截图原图：/Users/yinzh/PycharmProjects/EPUB_to_Audio_Converter-1/docs/presentation_20261018/assets/ui_20261018/context_full.jpg</a:t>
            </a:r>
          </a:p>
          <a:p>
            <a:r>
              <a:t>代码：/Users/yinzh/PycharmProjects/EPUB_to_Audio_Converter-1/audiobook_generator/ui/web_ui.py</a:t>
            </a:r>
          </a:p>
          <a:p>
            <a:r>
              <a:t>截图使用已有本地书籍、剧本和音频，不代表本轮新生成或新验收。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汇报截止：2026-10-18。技术补充基于项目现有代码，公式归纳当前实现，未经独立实验验证的效果不作结论。</a:t>
            </a:r>
          </a:p>
          <a:p>
            <a:r>
              <a:t>ArtifactStore使用SQLite。reserve在BEGIN IMMEDIATE事务内读取本次run的全部请求记录并检查次数、追加字符与已用时间，再插入running记录。失败与未完成记录也计入消耗，settle只更新状态。时间上限是请求发起前及修复前的检查，不宣称是操作系统级实时硬截止。</a:t>
            </a:r>
          </a:p>
          <a:p>
            <a:r>
              <a:t>本地来源：</a:t>
            </a:r>
          </a:p>
          <a:p>
            <a:r>
              <a:t>/Users/yinzh/PycharmProjects/EPUB_to_Audio_Converter-1/audiobook_generator/audio_core/store.py</a:t>
            </a:r>
          </a:p>
          <a:p>
            <a:r>
              <a:t>/Users/yinzh/PycharmProjects/EPUB_to_Audio_Converter-1/audiobook_generator/audio_core/pipeline.py</a:t>
            </a:r>
          </a:p>
          <a:p>
            <a:r>
              <a:t>/Users/yinzh/PycharmProjects/EPUB_to_Audio_Converter-1/audiobook_generator/audio_core/repair.py</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汇报截止：2026-10-18。技术补充基于项目现有代码，公式归纳当前实现，未经独立实验验证的效果不作结论。</a:t>
            </a:r>
          </a:p>
          <a:p>
            <a:r>
              <a:t>对应pipeline.preserves_checks与attempt_repair。复检范围是目标分块和左右相邻接缝。候选不能新增已确认严重错误，原passed维度仍须passed，已有内容对齐误差不能增加。随后对本块与边界报告的rank各分量求和，按Python元组字典序比较，只有严格改善才采用。重分块候选还必须通过内部接缝的内容与信号检查。</a:t>
            </a:r>
          </a:p>
          <a:p>
            <a:r>
              <a:t>本地来源：</a:t>
            </a:r>
          </a:p>
          <a:p>
            <a:r>
              <a:t>/Users/yinzh/PycharmProjects/EPUB_to_Audio_Converter-1/audiobook_generator/audio_core/pipeline.py</a:t>
            </a:r>
          </a:p>
          <a:p>
            <a:r>
              <a:t>/Users/yinzh/PycharmProjects/EPUB_to_Audio_Converter-1/audiobook_generator/audio_core/quality.py</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汇报截止：2026-10-18。工程实现、局部人工验收与研究效果分开表述。</a:t>
            </a:r>
          </a:p>
          <a:p>
            <a:r>
              <a:t>本地来源：</a:t>
            </a:r>
          </a:p>
          <a:p>
            <a:r>
              <a:t>/Users/yinzh/PycharmProjects/EPUB_to_Audio_Converter-1/docs/MiMo尾部重复检测与裁切.md</a:t>
            </a:r>
          </a:p>
          <a:p>
            <a:r>
              <a:t>/Users/yinzh/PycharmProjects/EPUB_to_Audio_Converter-1/audiobook_generator/audio_core/tail_repeat.py</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汇报截止：2026-10-18。工程实现、局部人工验收与研究效果分开表述。</a:t>
            </a:r>
          </a:p>
          <a:p>
            <a:r>
              <a:t>本地来源：</a:t>
            </a:r>
          </a:p>
          <a:p>
            <a:r>
              <a:t>/Users/yinzh/PycharmProjects/EPUB_to_Audio_Converter-1/docs/MiMo统一核心使用与验收.md</a:t>
            </a:r>
          </a:p>
          <a:p>
            <a:r>
              <a:t>/Users/yinzh/PycharmProjects/EPUB_to_Audio_Converter-1/audiobook_generator/audio_core/store.py</a:t>
            </a:r>
          </a:p>
          <a:p>
            <a:r>
              <a:t>/Users/yinzh/PycharmProjects/EPUB_to_Audio_Converter-1/audiobook_generator/audio_core/audio.py</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汇报截止：2026-10-18。工程实现、局部人工验收与研究效果分开表述。</a:t>
            </a:r>
          </a:p>
          <a:p>
            <a:r>
              <a:t>本地来源：</a:t>
            </a:r>
          </a:p>
          <a:p>
            <a:r>
              <a:t>/Users/yinzh/PycharmProjects/EPUB_to_Audio_Converter-1/docs/validation/audio_core_20261017/README.md</a:t>
            </a:r>
          </a:p>
          <a:p>
            <a:r>
              <a:t>/Users/yinzh/PycharmProjects/EPUB_to_Audio_Converter-1/docs/项目进度与人工验收安排.md</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汇报截止：2026-10-18。工程实现、局部人工验收与研究效果分开表述。</a:t>
            </a:r>
          </a:p>
          <a:p>
            <a:r>
              <a:t>本地来源：</a:t>
            </a:r>
          </a:p>
          <a:p>
            <a:r>
              <a:t>/Users/yinzh/PycharmProjects/EPUB_to_Audio_Converter-1/docs/validation/audio_core_20261017/README.md</a:t>
            </a:r>
          </a:p>
          <a:p>
            <a:r>
              <a:t>/Users/yinzh/PycharmProjects/EPUB_to_Audio_Converter-1/docs/MiMo尾部重复检测与裁切.md</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汇报截止：2026-10-18。工程实现、局部人工验收与研究效果分开表述。</a:t>
            </a:r>
          </a:p>
          <a:p>
            <a:r>
              <a:t>本地来源：</a:t>
            </a:r>
          </a:p>
          <a:p>
            <a:r>
              <a:t>/Users/yinzh/PycharmProjects/EPUB_to_Audio_Converter-1/docs/项目进度与人工验收安排.md</a:t>
            </a:r>
          </a:p>
          <a:p>
            <a:r>
              <a:t>/Users/yinzh/PycharmProjects/EPUB_to_Audio_Converter-1/docs/validation/audio_core_20261017/README.md</a:t>
            </a:r>
          </a:p>
          <a:p>
            <a:r>
              <a:t>/Users/yinzh/PycharmProjects/EPUB_to_Audio_Converter-1/audiobook_generator/audio_core/review_queue.py</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汇报截止：2026-10-18。工程实现、局部人工验收与研究效果分开表述。</a:t>
            </a:r>
          </a:p>
          <a:p>
            <a:r>
              <a:t>本地来源：</a:t>
            </a:r>
          </a:p>
          <a:p>
            <a:r>
              <a:t>/Users/yinzh/PycharmProjects/EPUB_to_Audio_Converter-1/docs/validation/role_resplit_guard_20261018/README.md</a:t>
            </a:r>
          </a:p>
          <a:p>
            <a:r>
              <a:t>/Users/yinzh/PycharmProjects/EPUB_to_Audio_Converter-1/docs/validation/webui_spawn_workflow_20261017/README.md</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资源库实际选中The_Little_Prince批次，包含0001_The_Little_Prince.mp3及同名txt，2文件约1.5MB。章节播放器已加载，时长3:32。当前为逐个下载模式，ZIP为已实现的可选下载模式，此轮未点击打包或清理文件。</a:t>
            </a:r>
          </a:p>
          <a:p/>
          <a:p>
            <a:r>
              <a:t>界面来源：http://127.0.0.1:7862/，2026-10-18 当前运行的有声书工坊。</a:t>
            </a:r>
          </a:p>
          <a:p>
            <a:r>
              <a:t>截图原图：/Users/yinzh/PycharmProjects/EPUB_to_Audio_Converter-1/docs/presentation_20261018/assets/ui_20261018/library_full.jpg</a:t>
            </a:r>
          </a:p>
          <a:p>
            <a:r>
              <a:t>代码：/Users/yinzh/PycharmProjects/EPUB_to_Audio_Converter-1/audiobook_generator/ui/web_ui.py</a:t>
            </a:r>
          </a:p>
          <a:p>
            <a:r>
              <a:t>截图使用已有本地书籍、剧本和音频，不代表本轮新生成或新验收。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汇报截止：2026-10-18。工程实现、局部人工验收与研究效果分开表述。</a:t>
            </a:r>
          </a:p>
          <a:p>
            <a:r>
              <a:t>本地来源：</a:t>
            </a:r>
          </a:p>
          <a:p>
            <a:r>
              <a:t>/Users/yinzh/PycharmProjects/EPUB_to_Audio_Converter-1/docs/项目进度与人工验收安排.md</a:t>
            </a:r>
          </a:p>
          <a:p>
            <a:r>
              <a:t>/Users/yinzh/PycharmProjects/EPUB_to_Audio_Converter-1/docs/validation/role_resplit_guard_20261018/README.md</a:t>
            </a:r>
          </a:p>
          <a:p>
            <a:r>
              <a:t>/Users/yinzh/PycharmProjects/EPUB_to_Audio_Converter-1/docs/MiMo统一核心使用与验收.md</a:t>
            </a:r>
          </a:p>
          <a:p>
            <a:r>
              <a:t>本页改用日常表达。已有技术细节与本地来源保留在备注中。</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p:sp>
        <p:nvSpPr>
          <p:cNvPr id="3" name="Title"/>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p:txBody>
      </p:sp>
      <p:sp>
        <p:nvSpPr>
          <p:cNvPr id="2" name="Subtitle"/>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p:sp>
        <p:nvSpPr>
          <p:cNvPr id="2" name="Section title"/>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p:sp>
        <p:nvSpPr>
          <p:cNvPr id="3" name="Title"/>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p:txBody>
      </p:sp>
      <p:sp>
        <p:nvSpPr>
          <p:cNvPr id="2" name="Body"/>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p:sp>
        <p:nvSpPr>
          <p:cNvPr id="4" name="Title"/>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p:txBody>
      </p:sp>
      <p:sp>
        <p:nvSpPr>
          <p:cNvPr id="2" name="Left column"/>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p:txBody>
      </p:sp>
      <p:sp>
        <p:nvSpPr>
          <p:cNvPr id="3" name="Right column"/>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p:sp>
        <p:nvSpPr>
          <p:cNvPr id="3" name="Title"/>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p:txBody>
      </p:sp>
      <p:sp>
        <p:nvSpPr>
          <p:cNvPr id="2" name="Left column"/>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theme" Target="../theme/theme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5" Type="http://schemas.openxmlformats.org/officeDocument/2006/relationships/slideLayout" Target="../slideLayouts/slideLayout6.xml"/><Relationship Id="rId4" Type="http://schemas.microsoft.com/office/2007/relationships/media" Target="../media/media2.mp3"/><Relationship Id="rId3" Type="http://schemas.openxmlformats.org/officeDocument/2006/relationships/image" Target="../media/image1.png"/><Relationship Id="rId2" Type="http://schemas.microsoft.com/office/2007/relationships/media" Target="../media/media1.mp3"/><Relationship Id="rId1" Type="http://schemas.openxmlformats.org/officeDocument/2006/relationships/audio" Target="NULL"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6.xml"/><Relationship Id="rId1" Type="http://schemas.openxmlformats.org/officeDocument/2006/relationships/image" Target="../media/image2.jpe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6.xml"/><Relationship Id="rId1" Type="http://schemas.openxmlformats.org/officeDocument/2006/relationships/image" Target="../media/image3.jpe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6.xml"/><Relationship Id="rId1" Type="http://schemas.openxmlformats.org/officeDocument/2006/relationships/image" Target="../media/image4.jpe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6.xml"/><Relationship Id="rId1" Type="http://schemas.openxmlformats.org/officeDocument/2006/relationships/image" Target="../media/image5.jpe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6.xml"/><Relationship Id="rId1" Type="http://schemas.openxmlformats.org/officeDocument/2006/relationships/image" Target="../media/image6.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6.xml"/><Relationship Id="rId1" Type="http://schemas.openxmlformats.org/officeDocument/2006/relationships/image" Target="../media/image7.jpe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5233A"/>
        </a:solidFill>
        <a:effectLst/>
      </p:bgPr>
    </p:bg>
    <p:spTree>
      <p:nvGrpSpPr>
        <p:cNvPr id="1" name=""/>
        <p:cNvGrpSpPr/>
        <p:nvPr/>
      </p:nvGrpSpPr>
      <p:grpSpPr/>
      <p:sp>
        <p:nvSpPr>
          <p:cNvPr id="6" name="矩形 5"/>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FFFFFF"/>
                </a:solidFill>
                <a:latin typeface="PingFang SC" panose="020B0400000000000000" charset="-122"/>
                <a:ea typeface="PingFang SC" panose="020B0400000000000000" charset="-122"/>
                <a:cs typeface="PingFang SC" panose="020B0400000000000000" charset="-122"/>
              </a:defRPr>
            </a:defPPr>
            <a:lvl1pPr>
              <a:buNone/>
              <a:defRPr sz="3300" b="1">
                <a:solidFill>
                  <a:srgbClr val="FFFFFF"/>
                </a:solidFill>
                <a:latin typeface="PingFang SC" panose="020B0400000000000000" charset="-122"/>
                <a:ea typeface="PingFang SC" panose="020B0400000000000000" charset="-122"/>
                <a:cs typeface="PingFang SC" panose="020B0400000000000000" charset="-122"/>
              </a:defRPr>
            </a:lvl1pPr>
            <a:lvl2pPr>
              <a:buNone/>
              <a:defRPr sz="3300" b="1">
                <a:solidFill>
                  <a:srgbClr val="FFFFFF"/>
                </a:solidFill>
                <a:latin typeface="PingFang SC" panose="020B0400000000000000" charset="-122"/>
                <a:ea typeface="PingFang SC" panose="020B0400000000000000" charset="-122"/>
                <a:cs typeface="PingFang SC" panose="020B0400000000000000" charset="-122"/>
              </a:defRPr>
            </a:lvl2pPr>
            <a:lvl3pPr>
              <a:buNone/>
              <a:defRPr sz="3300" b="1">
                <a:solidFill>
                  <a:srgbClr val="FFFFFF"/>
                </a:solidFill>
                <a:latin typeface="PingFang SC" panose="020B0400000000000000" charset="-122"/>
                <a:ea typeface="PingFang SC" panose="020B0400000000000000" charset="-122"/>
                <a:cs typeface="PingFang SC" panose="020B0400000000000000" charset="-122"/>
              </a:defRPr>
            </a:lvl3pPr>
            <a:lvl4pPr>
              <a:buNone/>
              <a:defRPr sz="3300" b="1">
                <a:solidFill>
                  <a:srgbClr val="FFFFFF"/>
                </a:solidFill>
                <a:latin typeface="PingFang SC" panose="020B0400000000000000" charset="-122"/>
                <a:ea typeface="PingFang SC" panose="020B0400000000000000" charset="-122"/>
                <a:cs typeface="PingFang SC" panose="020B0400000000000000" charset="-122"/>
              </a:defRPr>
            </a:lvl4pPr>
            <a:lvl5pPr>
              <a:buNone/>
              <a:defRPr sz="3300" b="1">
                <a:solidFill>
                  <a:srgbClr val="FFFFFF"/>
                </a:solidFill>
                <a:latin typeface="PingFang SC" panose="020B0400000000000000" charset="-122"/>
                <a:ea typeface="PingFang SC" panose="020B0400000000000000" charset="-122"/>
                <a:cs typeface="PingFang SC" panose="020B0400000000000000" charset="-122"/>
              </a:defRPr>
            </a:lvl5pPr>
            <a:lvl6pPr>
              <a:buNone/>
              <a:defRPr sz="3300" b="1">
                <a:solidFill>
                  <a:srgbClr val="FFFFFF"/>
                </a:solidFill>
                <a:latin typeface="PingFang SC" panose="020B0400000000000000" charset="-122"/>
                <a:ea typeface="PingFang SC" panose="020B0400000000000000" charset="-122"/>
                <a:cs typeface="PingFang SC" panose="020B0400000000000000" charset="-122"/>
              </a:defRPr>
            </a:lvl6pPr>
            <a:lvl7pPr>
              <a:buNone/>
              <a:defRPr sz="3300" b="1">
                <a:solidFill>
                  <a:srgbClr val="FFFFFF"/>
                </a:solidFill>
                <a:latin typeface="PingFang SC" panose="020B0400000000000000" charset="-122"/>
                <a:ea typeface="PingFang SC" panose="020B0400000000000000" charset="-122"/>
                <a:cs typeface="PingFang SC" panose="020B0400000000000000" charset="-122"/>
              </a:defRPr>
            </a:lvl7pPr>
            <a:lvl8pPr>
              <a:buNone/>
              <a:defRPr sz="3300" b="1">
                <a:solidFill>
                  <a:srgbClr val="FFFFFF"/>
                </a:solidFill>
                <a:latin typeface="PingFang SC" panose="020B0400000000000000" charset="-122"/>
                <a:ea typeface="PingFang SC" panose="020B0400000000000000" charset="-122"/>
                <a:cs typeface="PingFang SC" panose="020B0400000000000000" charset="-122"/>
              </a:defRPr>
            </a:lvl8pPr>
            <a:lvl9pPr>
              <a:buNone/>
              <a:defRPr sz="3300" b="1">
                <a:solidFill>
                  <a:srgbClr val="FFFFFF"/>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FFFFFF"/>
                </a:solidFill>
                <a:latin typeface="PingFang SC" panose="020B0400000000000000" charset="-122"/>
                <a:ea typeface="PingFang SC" panose="020B0400000000000000" charset="-122"/>
                <a:cs typeface="PingFang SC" panose="020B0400000000000000" charset="-122"/>
              </a:defRPr>
            </a:pPr>
            <a:r>
              <a:rPr sz="3300" b="1">
                <a:solidFill>
                  <a:srgbClr val="FFFFFF"/>
                </a:solidFill>
                <a:latin typeface="PingFang SC" panose="020B0400000000000000" charset="-122"/>
                <a:ea typeface="PingFang SC" panose="020B0400000000000000" charset="-122"/>
                <a:cs typeface="PingFang SC" panose="020B0400000000000000" charset="-122"/>
              </a:rPr>
              <a:t>把电子书变成多角色有声书</a:t>
            </a:r>
            <a:endParaRPr sz="3300" b="1">
              <a:solidFill>
                <a:srgbClr val="FFFFFF"/>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C4D5F7"/>
                </a:solidFill>
                <a:latin typeface="PingFang SC" panose="020B0400000000000000" charset="-122"/>
                <a:ea typeface="PingFang SC" panose="020B0400000000000000" charset="-122"/>
                <a:cs typeface="PingFang SC" panose="020B0400000000000000" charset="-122"/>
              </a:defRPr>
            </a:defPPr>
            <a:lvl1pPr>
              <a:buNone/>
              <a:defRPr sz="1275" b="0">
                <a:solidFill>
                  <a:srgbClr val="C4D5F7"/>
                </a:solidFill>
                <a:latin typeface="PingFang SC" panose="020B0400000000000000" charset="-122"/>
                <a:ea typeface="PingFang SC" panose="020B0400000000000000" charset="-122"/>
                <a:cs typeface="PingFang SC" panose="020B0400000000000000" charset="-122"/>
              </a:defRPr>
            </a:lvl1pPr>
            <a:lvl2pPr>
              <a:buNone/>
              <a:defRPr sz="1275" b="0">
                <a:solidFill>
                  <a:srgbClr val="C4D5F7"/>
                </a:solidFill>
                <a:latin typeface="PingFang SC" panose="020B0400000000000000" charset="-122"/>
                <a:ea typeface="PingFang SC" panose="020B0400000000000000" charset="-122"/>
                <a:cs typeface="PingFang SC" panose="020B0400000000000000" charset="-122"/>
              </a:defRPr>
            </a:lvl2pPr>
            <a:lvl3pPr>
              <a:buNone/>
              <a:defRPr sz="1275" b="0">
                <a:solidFill>
                  <a:srgbClr val="C4D5F7"/>
                </a:solidFill>
                <a:latin typeface="PingFang SC" panose="020B0400000000000000" charset="-122"/>
                <a:ea typeface="PingFang SC" panose="020B0400000000000000" charset="-122"/>
                <a:cs typeface="PingFang SC" panose="020B0400000000000000" charset="-122"/>
              </a:defRPr>
            </a:lvl3pPr>
            <a:lvl4pPr>
              <a:buNone/>
              <a:defRPr sz="1275" b="0">
                <a:solidFill>
                  <a:srgbClr val="C4D5F7"/>
                </a:solidFill>
                <a:latin typeface="PingFang SC" panose="020B0400000000000000" charset="-122"/>
                <a:ea typeface="PingFang SC" panose="020B0400000000000000" charset="-122"/>
                <a:cs typeface="PingFang SC" panose="020B0400000000000000" charset="-122"/>
              </a:defRPr>
            </a:lvl4pPr>
            <a:lvl5pPr>
              <a:buNone/>
              <a:defRPr sz="1275" b="0">
                <a:solidFill>
                  <a:srgbClr val="C4D5F7"/>
                </a:solidFill>
                <a:latin typeface="PingFang SC" panose="020B0400000000000000" charset="-122"/>
                <a:ea typeface="PingFang SC" panose="020B0400000000000000" charset="-122"/>
                <a:cs typeface="PingFang SC" panose="020B0400000000000000" charset="-122"/>
              </a:defRPr>
            </a:lvl5pPr>
            <a:lvl6pPr>
              <a:buNone/>
              <a:defRPr sz="1275" b="0">
                <a:solidFill>
                  <a:srgbClr val="C4D5F7"/>
                </a:solidFill>
                <a:latin typeface="PingFang SC" panose="020B0400000000000000" charset="-122"/>
                <a:ea typeface="PingFang SC" panose="020B0400000000000000" charset="-122"/>
                <a:cs typeface="PingFang SC" panose="020B0400000000000000" charset="-122"/>
              </a:defRPr>
            </a:lvl6pPr>
            <a:lvl7pPr>
              <a:buNone/>
              <a:defRPr sz="1275" b="0">
                <a:solidFill>
                  <a:srgbClr val="C4D5F7"/>
                </a:solidFill>
                <a:latin typeface="PingFang SC" panose="020B0400000000000000" charset="-122"/>
                <a:ea typeface="PingFang SC" panose="020B0400000000000000" charset="-122"/>
                <a:cs typeface="PingFang SC" panose="020B0400000000000000" charset="-122"/>
              </a:defRPr>
            </a:lvl7pPr>
            <a:lvl8pPr>
              <a:buNone/>
              <a:defRPr sz="1275" b="0">
                <a:solidFill>
                  <a:srgbClr val="C4D5F7"/>
                </a:solidFill>
                <a:latin typeface="PingFang SC" panose="020B0400000000000000" charset="-122"/>
                <a:ea typeface="PingFang SC" panose="020B0400000000000000" charset="-122"/>
                <a:cs typeface="PingFang SC" panose="020B0400000000000000" charset="-122"/>
              </a:defRPr>
            </a:lvl8pPr>
            <a:lvl9pPr>
              <a:buNone/>
              <a:defRPr sz="1275" b="0">
                <a:solidFill>
                  <a:srgbClr val="C4D5F7"/>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C4D5F7"/>
                </a:solidFill>
                <a:latin typeface="PingFang SC" panose="020B0400000000000000" charset="-122"/>
                <a:ea typeface="PingFang SC" panose="020B0400000000000000" charset="-122"/>
                <a:cs typeface="PingFang SC" panose="020B0400000000000000" charset="-122"/>
              </a:defRPr>
            </a:pPr>
            <a:r>
              <a:rPr sz="1275" b="0">
                <a:solidFill>
                  <a:srgbClr val="C4D5F7"/>
                </a:solidFill>
                <a:latin typeface="PingFang SC" panose="020B0400000000000000" charset="-122"/>
                <a:ea typeface="PingFang SC" panose="020B0400000000000000" charset="-122"/>
                <a:cs typeface="PingFang SC" panose="020B0400000000000000" charset="-122"/>
              </a:rPr>
              <a:t>01</a:t>
            </a:r>
            <a:endParaRPr sz="1275" b="0">
              <a:solidFill>
                <a:srgbClr val="C4D5F7"/>
              </a:solidFill>
              <a:latin typeface="PingFang SC" panose="020B0400000000000000" charset="-122"/>
              <a:ea typeface="PingFang SC" panose="020B0400000000000000" charset="-122"/>
              <a:cs typeface="PingFang SC" panose="020B0400000000000000" charset="-122"/>
            </a:endParaRPr>
          </a:p>
        </p:txBody>
      </p:sp>
      <p:sp>
        <p:nvSpPr>
          <p:cNvPr id="3" name="矩形 2"/>
          <p:cNvSpPr>
            <a:spLocks noGrp="1"/>
          </p:cNvSpPr>
          <p:nvPr/>
        </p:nvSpPr>
        <p:spPr>
          <a:xfrm>
            <a:off x="609600" y="1952625"/>
            <a:ext cx="10572750" cy="1000125"/>
          </a:xfrm>
          <a:prstGeom prst="rect">
            <a:avLst/>
          </a:prstGeom>
          <a:noFill/>
          <a:ln w="0">
            <a:noFill/>
          </a:ln>
        </p:spPr>
        <p:txBody>
          <a:bodyPr lIns="0" tIns="0" rIns="0" bIns="0"/>
          <a:lstStyle>
            <a:defPPr>
              <a:defRPr sz="4500" b="1">
                <a:solidFill>
                  <a:srgbClr val="FFFFFF"/>
                </a:solidFill>
                <a:latin typeface="PingFang SC" panose="020B0400000000000000" charset="-122"/>
                <a:ea typeface="PingFang SC" panose="020B0400000000000000" charset="-122"/>
                <a:cs typeface="PingFang SC" panose="020B0400000000000000" charset="-122"/>
              </a:defRPr>
            </a:defPPr>
            <a:lvl1pPr>
              <a:buNone/>
              <a:defRPr sz="4500" b="1">
                <a:solidFill>
                  <a:srgbClr val="FFFFFF"/>
                </a:solidFill>
                <a:latin typeface="PingFang SC" panose="020B0400000000000000" charset="-122"/>
                <a:ea typeface="PingFang SC" panose="020B0400000000000000" charset="-122"/>
                <a:cs typeface="PingFang SC" panose="020B0400000000000000" charset="-122"/>
              </a:defRPr>
            </a:lvl1pPr>
            <a:lvl2pPr>
              <a:buNone/>
              <a:defRPr sz="4500" b="1">
                <a:solidFill>
                  <a:srgbClr val="FFFFFF"/>
                </a:solidFill>
                <a:latin typeface="PingFang SC" panose="020B0400000000000000" charset="-122"/>
                <a:ea typeface="PingFang SC" panose="020B0400000000000000" charset="-122"/>
                <a:cs typeface="PingFang SC" panose="020B0400000000000000" charset="-122"/>
              </a:defRPr>
            </a:lvl2pPr>
            <a:lvl3pPr>
              <a:buNone/>
              <a:defRPr sz="4500" b="1">
                <a:solidFill>
                  <a:srgbClr val="FFFFFF"/>
                </a:solidFill>
                <a:latin typeface="PingFang SC" panose="020B0400000000000000" charset="-122"/>
                <a:ea typeface="PingFang SC" panose="020B0400000000000000" charset="-122"/>
                <a:cs typeface="PingFang SC" panose="020B0400000000000000" charset="-122"/>
              </a:defRPr>
            </a:lvl3pPr>
            <a:lvl4pPr>
              <a:buNone/>
              <a:defRPr sz="4500" b="1">
                <a:solidFill>
                  <a:srgbClr val="FFFFFF"/>
                </a:solidFill>
                <a:latin typeface="PingFang SC" panose="020B0400000000000000" charset="-122"/>
                <a:ea typeface="PingFang SC" panose="020B0400000000000000" charset="-122"/>
                <a:cs typeface="PingFang SC" panose="020B0400000000000000" charset="-122"/>
              </a:defRPr>
            </a:lvl4pPr>
            <a:lvl5pPr>
              <a:buNone/>
              <a:defRPr sz="4500" b="1">
                <a:solidFill>
                  <a:srgbClr val="FFFFFF"/>
                </a:solidFill>
                <a:latin typeface="PingFang SC" panose="020B0400000000000000" charset="-122"/>
                <a:ea typeface="PingFang SC" panose="020B0400000000000000" charset="-122"/>
                <a:cs typeface="PingFang SC" panose="020B0400000000000000" charset="-122"/>
              </a:defRPr>
            </a:lvl5pPr>
            <a:lvl6pPr>
              <a:buNone/>
              <a:defRPr sz="4500" b="1">
                <a:solidFill>
                  <a:srgbClr val="FFFFFF"/>
                </a:solidFill>
                <a:latin typeface="PingFang SC" panose="020B0400000000000000" charset="-122"/>
                <a:ea typeface="PingFang SC" panose="020B0400000000000000" charset="-122"/>
                <a:cs typeface="PingFang SC" panose="020B0400000000000000" charset="-122"/>
              </a:defRPr>
            </a:lvl6pPr>
            <a:lvl7pPr>
              <a:buNone/>
              <a:defRPr sz="4500" b="1">
                <a:solidFill>
                  <a:srgbClr val="FFFFFF"/>
                </a:solidFill>
                <a:latin typeface="PingFang SC" panose="020B0400000000000000" charset="-122"/>
                <a:ea typeface="PingFang SC" panose="020B0400000000000000" charset="-122"/>
                <a:cs typeface="PingFang SC" panose="020B0400000000000000" charset="-122"/>
              </a:defRPr>
            </a:lvl7pPr>
            <a:lvl8pPr>
              <a:buNone/>
              <a:defRPr sz="4500" b="1">
                <a:solidFill>
                  <a:srgbClr val="FFFFFF"/>
                </a:solidFill>
                <a:latin typeface="PingFang SC" panose="020B0400000000000000" charset="-122"/>
                <a:ea typeface="PingFang SC" panose="020B0400000000000000" charset="-122"/>
                <a:cs typeface="PingFang SC" panose="020B0400000000000000" charset="-122"/>
              </a:defRPr>
            </a:lvl8pPr>
            <a:lvl9pPr>
              <a:buNone/>
              <a:defRPr sz="4500" b="1">
                <a:solidFill>
                  <a:srgbClr val="FFFFFF"/>
                </a:solidFill>
                <a:latin typeface="PingFang SC" panose="020B0400000000000000" charset="-122"/>
                <a:ea typeface="PingFang SC" panose="020B0400000000000000" charset="-122"/>
                <a:cs typeface="PingFang SC" panose="020B0400000000000000" charset="-122"/>
              </a:defRPr>
            </a:lvl9pPr>
          </a:lstStyle>
          <a:p>
            <a:pPr>
              <a:buNone/>
              <a:defRPr sz="4500" b="1">
                <a:solidFill>
                  <a:srgbClr val="FFFFFF"/>
                </a:solidFill>
                <a:latin typeface="PingFang SC" panose="020B0400000000000000" charset="-122"/>
                <a:ea typeface="PingFang SC" panose="020B0400000000000000" charset="-122"/>
                <a:cs typeface="PingFang SC" panose="020B0400000000000000" charset="-122"/>
              </a:defRPr>
            </a:pPr>
            <a:r>
              <a:rPr sz="4500" b="1">
                <a:solidFill>
                  <a:srgbClr val="FFFFFF"/>
                </a:solidFill>
                <a:latin typeface="PingFang SC" panose="020B0400000000000000" charset="-122"/>
                <a:ea typeface="PingFang SC" panose="020B0400000000000000" charset="-122"/>
                <a:cs typeface="PingFang SC" panose="020B0400000000000000" charset="-122"/>
              </a:rPr>
              <a:t>我们做了什么，怎样做成</a:t>
            </a:r>
            <a:endParaRPr sz="4500" b="1">
              <a:solidFill>
                <a:srgbClr val="FFFFFF"/>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647700" y="3476625"/>
            <a:ext cx="10477500" cy="1219200"/>
          </a:xfrm>
          <a:prstGeom prst="rect">
            <a:avLst/>
          </a:prstGeom>
          <a:noFill/>
          <a:ln w="0">
            <a:noFill/>
          </a:ln>
        </p:spPr>
        <p:txBody>
          <a:bodyPr lIns="0" tIns="0" rIns="0" bIns="0"/>
          <a:lstStyle>
            <a:defPPr>
              <a:defRPr sz="2400" b="0">
                <a:solidFill>
                  <a:srgbClr val="D2DFF7"/>
                </a:solidFill>
                <a:latin typeface="PingFang SC" panose="020B0400000000000000" charset="-122"/>
                <a:ea typeface="PingFang SC" panose="020B0400000000000000" charset="-122"/>
                <a:cs typeface="PingFang SC" panose="020B0400000000000000" charset="-122"/>
              </a:defRPr>
            </a:defPPr>
            <a:lvl1pPr>
              <a:buNone/>
              <a:defRPr sz="2400" b="0">
                <a:solidFill>
                  <a:srgbClr val="D2DFF7"/>
                </a:solidFill>
                <a:latin typeface="PingFang SC" panose="020B0400000000000000" charset="-122"/>
                <a:ea typeface="PingFang SC" panose="020B0400000000000000" charset="-122"/>
                <a:cs typeface="PingFang SC" panose="020B0400000000000000" charset="-122"/>
              </a:defRPr>
            </a:lvl1pPr>
            <a:lvl2pPr>
              <a:buNone/>
              <a:defRPr sz="2400" b="0">
                <a:solidFill>
                  <a:srgbClr val="D2DFF7"/>
                </a:solidFill>
                <a:latin typeface="PingFang SC" panose="020B0400000000000000" charset="-122"/>
                <a:ea typeface="PingFang SC" panose="020B0400000000000000" charset="-122"/>
                <a:cs typeface="PingFang SC" panose="020B0400000000000000" charset="-122"/>
              </a:defRPr>
            </a:lvl2pPr>
            <a:lvl3pPr>
              <a:buNone/>
              <a:defRPr sz="2400" b="0">
                <a:solidFill>
                  <a:srgbClr val="D2DFF7"/>
                </a:solidFill>
                <a:latin typeface="PingFang SC" panose="020B0400000000000000" charset="-122"/>
                <a:ea typeface="PingFang SC" panose="020B0400000000000000" charset="-122"/>
                <a:cs typeface="PingFang SC" panose="020B0400000000000000" charset="-122"/>
              </a:defRPr>
            </a:lvl3pPr>
            <a:lvl4pPr>
              <a:buNone/>
              <a:defRPr sz="2400" b="0">
                <a:solidFill>
                  <a:srgbClr val="D2DFF7"/>
                </a:solidFill>
                <a:latin typeface="PingFang SC" panose="020B0400000000000000" charset="-122"/>
                <a:ea typeface="PingFang SC" panose="020B0400000000000000" charset="-122"/>
                <a:cs typeface="PingFang SC" panose="020B0400000000000000" charset="-122"/>
              </a:defRPr>
            </a:lvl4pPr>
            <a:lvl5pPr>
              <a:buNone/>
              <a:defRPr sz="2400" b="0">
                <a:solidFill>
                  <a:srgbClr val="D2DFF7"/>
                </a:solidFill>
                <a:latin typeface="PingFang SC" panose="020B0400000000000000" charset="-122"/>
                <a:ea typeface="PingFang SC" panose="020B0400000000000000" charset="-122"/>
                <a:cs typeface="PingFang SC" panose="020B0400000000000000" charset="-122"/>
              </a:defRPr>
            </a:lvl5pPr>
            <a:lvl6pPr>
              <a:buNone/>
              <a:defRPr sz="2400" b="0">
                <a:solidFill>
                  <a:srgbClr val="D2DFF7"/>
                </a:solidFill>
                <a:latin typeface="PingFang SC" panose="020B0400000000000000" charset="-122"/>
                <a:ea typeface="PingFang SC" panose="020B0400000000000000" charset="-122"/>
                <a:cs typeface="PingFang SC" panose="020B0400000000000000" charset="-122"/>
              </a:defRPr>
            </a:lvl6pPr>
            <a:lvl7pPr>
              <a:buNone/>
              <a:defRPr sz="2400" b="0">
                <a:solidFill>
                  <a:srgbClr val="D2DFF7"/>
                </a:solidFill>
                <a:latin typeface="PingFang SC" panose="020B0400000000000000" charset="-122"/>
                <a:ea typeface="PingFang SC" panose="020B0400000000000000" charset="-122"/>
                <a:cs typeface="PingFang SC" panose="020B0400000000000000" charset="-122"/>
              </a:defRPr>
            </a:lvl7pPr>
            <a:lvl8pPr>
              <a:buNone/>
              <a:defRPr sz="2400" b="0">
                <a:solidFill>
                  <a:srgbClr val="D2DFF7"/>
                </a:solidFill>
                <a:latin typeface="PingFang SC" panose="020B0400000000000000" charset="-122"/>
                <a:ea typeface="PingFang SC" panose="020B0400000000000000" charset="-122"/>
                <a:cs typeface="PingFang SC" panose="020B0400000000000000" charset="-122"/>
              </a:defRPr>
            </a:lvl8pPr>
            <a:lvl9pPr>
              <a:buNone/>
              <a:defRPr sz="2400" b="0">
                <a:solidFill>
                  <a:srgbClr val="D2DFF7"/>
                </a:solidFill>
                <a:latin typeface="PingFang SC" panose="020B0400000000000000" charset="-122"/>
                <a:ea typeface="PingFang SC" panose="020B0400000000000000" charset="-122"/>
                <a:cs typeface="PingFang SC" panose="020B0400000000000000" charset="-122"/>
              </a:defRPr>
            </a:lvl9pPr>
          </a:lstStyle>
          <a:p>
            <a:pPr>
              <a:buNone/>
              <a:defRPr sz="2400" b="0">
                <a:solidFill>
                  <a:srgbClr val="D2DFF7"/>
                </a:solidFill>
                <a:latin typeface="PingFang SC" panose="020B0400000000000000" charset="-122"/>
                <a:ea typeface="PingFang SC" panose="020B0400000000000000" charset="-122"/>
                <a:cs typeface="PingFang SC" panose="020B0400000000000000" charset="-122"/>
              </a:defRPr>
            </a:pPr>
            <a:r>
              <a:rPr sz="2400" b="0">
                <a:solidFill>
                  <a:srgbClr val="D2DFF7"/>
                </a:solidFill>
                <a:latin typeface="PingFang SC" panose="020B0400000000000000" charset="-122"/>
                <a:ea typeface="PingFang SC" panose="020B0400000000000000" charset="-122"/>
                <a:cs typeface="PingFang SC" panose="020B0400000000000000" charset="-122"/>
              </a:rPr>
              <a:t>给不同人物安排声音</a:t>
            </a:r>
            <a:endParaRPr sz="2400" b="0">
              <a:solidFill>
                <a:srgbClr val="D2DFF7"/>
              </a:solidFill>
              <a:latin typeface="PingFang SC" panose="020B0400000000000000" charset="-122"/>
              <a:ea typeface="PingFang SC" panose="020B0400000000000000" charset="-122"/>
              <a:cs typeface="PingFang SC" panose="020B0400000000000000" charset="-122"/>
            </a:endParaRPr>
          </a:p>
          <a:p>
            <a:pPr>
              <a:buNone/>
              <a:defRPr sz="2400" b="0">
                <a:solidFill>
                  <a:srgbClr val="D2DFF7"/>
                </a:solidFill>
                <a:latin typeface="PingFang SC" panose="020B0400000000000000" charset="-122"/>
                <a:ea typeface="PingFang SC" panose="020B0400000000000000" charset="-122"/>
                <a:cs typeface="PingFang SC" panose="020B0400000000000000" charset="-122"/>
              </a:defRPr>
            </a:pPr>
            <a:r>
              <a:rPr sz="2400" b="0">
                <a:solidFill>
                  <a:srgbClr val="D2DFF7"/>
                </a:solidFill>
                <a:latin typeface="PingFang SC" panose="020B0400000000000000" charset="-122"/>
                <a:ea typeface="PingFang SC" panose="020B0400000000000000" charset="-122"/>
                <a:cs typeface="PingFang SC" panose="020B0400000000000000" charset="-122"/>
              </a:rPr>
              <a:t>找出读错的地方，尽量只修有问题的部分</a:t>
            </a:r>
            <a:endParaRPr sz="2400" b="0">
              <a:solidFill>
                <a:srgbClr val="D2DFF7"/>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647700" y="5419725"/>
            <a:ext cx="10477500" cy="400050"/>
          </a:xfrm>
          <a:prstGeom prst="rect">
            <a:avLst/>
          </a:prstGeom>
          <a:noFill/>
          <a:ln w="0">
            <a:noFill/>
          </a:ln>
        </p:spPr>
        <p:txBody>
          <a:bodyPr lIns="0" tIns="0" rIns="0" bIns="0"/>
          <a:lstStyle>
            <a:defPPr>
              <a:defRPr sz="1800" b="0">
                <a:solidFill>
                  <a:srgbClr val="C4D5F7"/>
                </a:solidFill>
                <a:latin typeface="PingFang SC" panose="020B0400000000000000" charset="-122"/>
                <a:ea typeface="PingFang SC" panose="020B0400000000000000" charset="-122"/>
                <a:cs typeface="PingFang SC" panose="020B0400000000000000" charset="-122"/>
              </a:defRPr>
            </a:defPPr>
            <a:lvl1pPr>
              <a:buNone/>
              <a:defRPr sz="1800" b="0">
                <a:solidFill>
                  <a:srgbClr val="C4D5F7"/>
                </a:solidFill>
                <a:latin typeface="PingFang SC" panose="020B0400000000000000" charset="-122"/>
                <a:ea typeface="PingFang SC" panose="020B0400000000000000" charset="-122"/>
                <a:cs typeface="PingFang SC" panose="020B0400000000000000" charset="-122"/>
              </a:defRPr>
            </a:lvl1pPr>
            <a:lvl2pPr>
              <a:buNone/>
              <a:defRPr sz="1800" b="0">
                <a:solidFill>
                  <a:srgbClr val="C4D5F7"/>
                </a:solidFill>
                <a:latin typeface="PingFang SC" panose="020B0400000000000000" charset="-122"/>
                <a:ea typeface="PingFang SC" panose="020B0400000000000000" charset="-122"/>
                <a:cs typeface="PingFang SC" panose="020B0400000000000000" charset="-122"/>
              </a:defRPr>
            </a:lvl2pPr>
            <a:lvl3pPr>
              <a:buNone/>
              <a:defRPr sz="1800" b="0">
                <a:solidFill>
                  <a:srgbClr val="C4D5F7"/>
                </a:solidFill>
                <a:latin typeface="PingFang SC" panose="020B0400000000000000" charset="-122"/>
                <a:ea typeface="PingFang SC" panose="020B0400000000000000" charset="-122"/>
                <a:cs typeface="PingFang SC" panose="020B0400000000000000" charset="-122"/>
              </a:defRPr>
            </a:lvl3pPr>
            <a:lvl4pPr>
              <a:buNone/>
              <a:defRPr sz="1800" b="0">
                <a:solidFill>
                  <a:srgbClr val="C4D5F7"/>
                </a:solidFill>
                <a:latin typeface="PingFang SC" panose="020B0400000000000000" charset="-122"/>
                <a:ea typeface="PingFang SC" panose="020B0400000000000000" charset="-122"/>
                <a:cs typeface="PingFang SC" panose="020B0400000000000000" charset="-122"/>
              </a:defRPr>
            </a:lvl4pPr>
            <a:lvl5pPr>
              <a:buNone/>
              <a:defRPr sz="1800" b="0">
                <a:solidFill>
                  <a:srgbClr val="C4D5F7"/>
                </a:solidFill>
                <a:latin typeface="PingFang SC" panose="020B0400000000000000" charset="-122"/>
                <a:ea typeface="PingFang SC" panose="020B0400000000000000" charset="-122"/>
                <a:cs typeface="PingFang SC" panose="020B0400000000000000" charset="-122"/>
              </a:defRPr>
            </a:lvl5pPr>
            <a:lvl6pPr>
              <a:buNone/>
              <a:defRPr sz="1800" b="0">
                <a:solidFill>
                  <a:srgbClr val="C4D5F7"/>
                </a:solidFill>
                <a:latin typeface="PingFang SC" panose="020B0400000000000000" charset="-122"/>
                <a:ea typeface="PingFang SC" panose="020B0400000000000000" charset="-122"/>
                <a:cs typeface="PingFang SC" panose="020B0400000000000000" charset="-122"/>
              </a:defRPr>
            </a:lvl6pPr>
            <a:lvl7pPr>
              <a:buNone/>
              <a:defRPr sz="1800" b="0">
                <a:solidFill>
                  <a:srgbClr val="C4D5F7"/>
                </a:solidFill>
                <a:latin typeface="PingFang SC" panose="020B0400000000000000" charset="-122"/>
                <a:ea typeface="PingFang SC" panose="020B0400000000000000" charset="-122"/>
                <a:cs typeface="PingFang SC" panose="020B0400000000000000" charset="-122"/>
              </a:defRPr>
            </a:lvl7pPr>
            <a:lvl8pPr>
              <a:buNone/>
              <a:defRPr sz="1800" b="0">
                <a:solidFill>
                  <a:srgbClr val="C4D5F7"/>
                </a:solidFill>
                <a:latin typeface="PingFang SC" panose="020B0400000000000000" charset="-122"/>
                <a:ea typeface="PingFang SC" panose="020B0400000000000000" charset="-122"/>
                <a:cs typeface="PingFang SC" panose="020B0400000000000000" charset="-122"/>
              </a:defRPr>
            </a:lvl8pPr>
            <a:lvl9pPr>
              <a:buNone/>
              <a:defRPr sz="1800" b="0">
                <a:solidFill>
                  <a:srgbClr val="C4D5F7"/>
                </a:solidFill>
                <a:latin typeface="PingFang SC" panose="020B0400000000000000" charset="-122"/>
                <a:ea typeface="PingFang SC" panose="020B0400000000000000" charset="-122"/>
                <a:cs typeface="PingFang SC" panose="020B0400000000000000" charset="-122"/>
              </a:defRPr>
            </a:lvl9pPr>
          </a:lstStyle>
          <a:p>
            <a:pPr>
              <a:buNone/>
              <a:defRPr sz="1800" b="0">
                <a:solidFill>
                  <a:srgbClr val="C4D5F7"/>
                </a:solidFill>
                <a:latin typeface="PingFang SC" panose="020B0400000000000000" charset="-122"/>
                <a:ea typeface="PingFang SC" panose="020B0400000000000000" charset="-122"/>
                <a:cs typeface="PingFang SC" panose="020B0400000000000000" charset="-122"/>
              </a:defRPr>
            </a:pPr>
            <a:r>
              <a:rPr sz="1800" b="0">
                <a:solidFill>
                  <a:srgbClr val="C4D5F7"/>
                </a:solidFill>
                <a:latin typeface="PingFang SC" panose="020B0400000000000000" charset="-122"/>
                <a:ea typeface="PingFang SC" panose="020B0400000000000000" charset="-122"/>
                <a:cs typeface="PingFang SC" panose="020B0400000000000000" charset="-122"/>
              </a:rPr>
              <a:t>项目进展与改进思路    2026 年 10 月 18 日</a:t>
            </a:r>
            <a:endParaRPr sz="1800" b="0">
              <a:solidFill>
                <a:srgbClr val="C4D5F7"/>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文本框 2"/>
          <p:cNvSpPr txBox="1"/>
          <p:nvPr/>
        </p:nvSpPr>
        <p:spPr>
          <a:xfrm>
            <a:off x="911860" y="827405"/>
            <a:ext cx="9780270" cy="2584450"/>
          </a:xfrm>
          <a:prstGeom prst="rect">
            <a:avLst/>
          </a:prstGeom>
          <a:noFill/>
        </p:spPr>
        <p:txBody>
          <a:bodyPr wrap="square" rtlCol="0">
            <a:spAutoFit/>
          </a:bodyPr>
          <a:p>
            <a:r>
              <a:rPr lang="en-US" altLang="zh-CN"/>
              <a:t>When the Loskis' moving van finally arrived, everyone in my family was happy. “Little Julianna” was finally going to have a playmate.</a:t>
            </a:r>
            <a:endParaRPr lang="en-US" altLang="zh-CN"/>
          </a:p>
          <a:p>
            <a:r>
              <a:rPr lang="en-US" altLang="zh-CN"/>
              <a:t>My mother, being the truly sensible adult that she is, made me wait more than an hour before going over to meet him. “Give them a chance to stretch their legs, Julianna,” she said. “They'll want some time to adjust.” She wouldn't even let me watch from the yard. “I know you, sweetheart. Somehow that ball will wind up in their yard and you'll just have to go retrieve it.”</a:t>
            </a:r>
            <a:endParaRPr lang="en-US" altLang="zh-CN"/>
          </a:p>
          <a:p>
            <a:r>
              <a:rPr lang="en-US" altLang="zh-CN"/>
              <a:t>So I watched from the window, and every few minutes I'd ask, “Now?” and she'd say, “Give them a little while longer, would you?”</a:t>
            </a:r>
            <a:endParaRPr lang="en-US" altLang="zh-CN"/>
          </a:p>
          <a:p>
            <a:endParaRPr lang="zh-CN" altLang="en-US"/>
          </a:p>
        </p:txBody>
      </p:sp>
      <p:pic>
        <p:nvPicPr>
          <p:cNvPr id="4" name="0006_Flipped">
            <a:hlinkClick r:id="" action="ppaction://media"/>
          </p:cNvPr>
          <p:cNvPicPr/>
          <p:nvPr>
            <a:audioFile r:link="rId1"/>
            <p:extLst>
              <p:ext uri="{DAA4B4D4-6D71-4841-9C94-3DE7FCFB9230}">
                <p14:media xmlns:p14="http://schemas.microsoft.com/office/powerpoint/2010/main" r:embed="rId2">
                  <p14:trim st="134680.000000" end="766184.000000"/>
                </p14:media>
              </p:ext>
            </p:extLst>
          </p:nvPr>
        </p:nvPicPr>
        <p:blipFill>
          <a:blip r:embed="rId3"/>
          <a:stretch>
            <a:fillRect/>
          </a:stretch>
        </p:blipFill>
        <p:spPr>
          <a:xfrm>
            <a:off x="10992485" y="1557020"/>
            <a:ext cx="825500" cy="825500"/>
          </a:xfrm>
          <a:prstGeom prst="rect">
            <a:avLst/>
          </a:prstGeom>
        </p:spPr>
      </p:pic>
      <p:sp>
        <p:nvSpPr>
          <p:cNvPr id="5" name="文本框 4"/>
          <p:cNvSpPr txBox="1"/>
          <p:nvPr/>
        </p:nvSpPr>
        <p:spPr>
          <a:xfrm>
            <a:off x="890905" y="3501390"/>
            <a:ext cx="9801225" cy="3138170"/>
          </a:xfrm>
          <a:prstGeom prst="rect">
            <a:avLst/>
          </a:prstGeom>
          <a:noFill/>
        </p:spPr>
        <p:txBody>
          <a:bodyPr wrap="square" rtlCol="0">
            <a:spAutoFit/>
          </a:bodyPr>
          <a:p>
            <a:r>
              <a:rPr lang="en-US" altLang="zh-CN"/>
              <a:t>“Your mother pointed her out to me one time as we drove by. It scared me to see her up so high, but after I read the article I understood why she did it.” He shook his head. “The tree's gone, but she's still got the spark it gave her. Know what I mean?”</a:t>
            </a:r>
            <a:endParaRPr lang="en-US" altLang="zh-CN"/>
          </a:p>
          <a:p>
            <a:r>
              <a:rPr lang="en-US" altLang="zh-CN"/>
              <a:t>Luckily I didn't have to answer. He just grinned and said, “Some of us get dipped in flat, some in satin, some in gloss….” He turned to me. “But every once in a while you find someone who's iridescent, and when you do, nothing will ever compare.”</a:t>
            </a:r>
            <a:endParaRPr lang="en-US" altLang="zh-CN"/>
          </a:p>
          <a:p>
            <a:r>
              <a:rPr lang="en-US" altLang="zh-CN"/>
              <a:t>As we walked up to our front porch, my grandfather put his arm around my shoulder and said, “It was nice walking with you, Bryce. I enjoyed myself very much.”</a:t>
            </a:r>
            <a:endParaRPr lang="en-US" altLang="zh-CN"/>
          </a:p>
          <a:p>
            <a:r>
              <a:rPr lang="en-US" altLang="zh-CN"/>
              <a:t>“Me too,” I told him, and we went inside.”</a:t>
            </a:r>
            <a:endParaRPr lang="en-US" altLang="zh-CN"/>
          </a:p>
          <a:p>
            <a:endParaRPr lang="en-US" altLang="zh-CN"/>
          </a:p>
          <a:p>
            <a:endParaRPr lang="zh-CN" altLang="en-US"/>
          </a:p>
        </p:txBody>
      </p:sp>
      <p:pic>
        <p:nvPicPr>
          <p:cNvPr id="6" name="0011_Get_a_Grip_Man (1)">
            <a:hlinkClick r:id="" action="ppaction://media"/>
          </p:cNvPr>
          <p:cNvPicPr/>
          <p:nvPr>
            <a:audioFile r:link="rId1"/>
            <p:extLst>
              <p:ext uri="{DAA4B4D4-6D71-4841-9C94-3DE7FCFB9230}">
                <p14:media xmlns:p14="http://schemas.microsoft.com/office/powerpoint/2010/main" r:embed="rId4">
                  <p14:trim st="1743342.000000" end="271229.000000"/>
                </p14:media>
              </p:ext>
            </p:extLst>
          </p:nvPr>
        </p:nvPicPr>
        <p:blipFill>
          <a:blip r:embed="rId3"/>
          <a:stretch>
            <a:fillRect/>
          </a:stretch>
        </p:blipFill>
        <p:spPr>
          <a:xfrm>
            <a:off x="9768840" y="5372735"/>
            <a:ext cx="825500" cy="825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additive="base">
                                        <p:cTn id="6" dur="951744" fill="hold"/>
                                        <p:tgtEl>
                                          <p:spTgt spid="4"/>
                                        </p:tgtEl>
                                      </p:cBhvr>
                                    </p:cmd>
                                  </p:childTnLst>
                                </p:cTn>
                              </p:par>
                            </p:childTnLst>
                          </p:cTn>
                        </p:par>
                        <p:par>
                          <p:cTn id="7" fill="hold">
                            <p:stCondLst>
                              <p:cond delay="952000"/>
                            </p:stCondLst>
                            <p:childTnLst>
                              <p:par>
                                <p:cTn id="8" presetID="1" presetClass="mediacall" presetSubtype="0" fill="hold" nodeType="afterEffect">
                                  <p:stCondLst>
                                    <p:cond delay="0"/>
                                  </p:stCondLst>
                                  <p:childTnLst>
                                    <p:cmd type="call" cmd="playFrom(0.0)">
                                      <p:cBhvr additive="base">
                                        <p:cTn id="9" dur="210367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p:cTn id="10" fill="hold" display="1">
                  <p:stCondLst>
                    <p:cond delay="indefinite"/>
                  </p:stCondLst>
                  <p:endCondLst>
                    <p:cond evt="onStopAudio">
                      <p:tgtEl>
                        <p:sldTgt/>
                      </p:tgtEl>
                    </p:cond>
                  </p:endCondLst>
                </p:cTn>
                <p:tgtEl>
                  <p:spTgt spid="4"/>
                </p:tgtEl>
              </p:cMediaNode>
            </p:audio>
            <p:audio>
              <p:cMediaNode>
                <p:cTn id="11" fill="hold" display="1">
                  <p:stCondLst>
                    <p:cond delay="indefinite"/>
                  </p:stCondLst>
                  <p:endCondLst>
                    <p:cond evt="onStopAudio">
                      <p:tgtEl>
                        <p:sldTgt/>
                      </p:tgtEl>
                    </p:cond>
                  </p:endCondLst>
                </p:cTn>
                <p:tgtEl>
                  <p:spTgt spid="6"/>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sp>
        <p:nvSpPr>
          <p:cNvPr id="5" name="矩形 4"/>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目前已经做成了哪些功能</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03</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graphicFrame>
        <p:nvGraphicFramePr>
          <p:cNvPr id="3" name="表格 2"/>
          <p:cNvGraphicFramePr/>
          <p:nvPr/>
        </p:nvGraphicFramePr>
        <p:xfrm>
          <a:off x="609600" y="1666875"/>
          <a:ext cx="10972800" cy="3810000"/>
        </p:xfrm>
        <a:graphic>
          <a:graphicData uri="http://schemas.openxmlformats.org/drawingml/2006/table">
            <a:tbl>
              <a:tblPr/>
              <a:tblGrid>
                <a:gridCol w="1714500"/>
                <a:gridCol w="5429250"/>
                <a:gridCol w="3829050"/>
              </a:tblGrid>
              <a:tr h="635000">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制作步骤</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已经能做什么</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目前的情况</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r>
              <a:tr h="635000">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读入书籍</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提取章节，整理人物和人物别名</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支持中英文，允许人工修改</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635000">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安排声音</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选现成声音、用文字描述、模仿参考音</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已选好的声音可以锁定</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r h="635000">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生成音频</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逐段生成，保存结果，按顺序拼起来</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新的整套流程目前接入 MiMo</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635000">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检查与修正</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找读错、长停顿、换声等疑点</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已完成部分实际问题的修正</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r h="635000">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网页操作</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选章节、确认配置、查看和下载结果</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后台流程已做测试</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bl>
          </a:graphicData>
        </a:graphic>
      </p:graphicFrame>
      <p:sp>
        <p:nvSpPr>
          <p:cNvPr id="4" name="矩形 3"/>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原来的转换器仍支持多种语音服务，本轮重点做好 MiMo 的整套制作流程</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cxnSp>
        <p:nvCxnSpPr>
          <p:cNvPr id="25" name="直接箭头连接符 24"/>
          <p:cNvCxnSpPr>
            <a:stCxn id="13" idx="3"/>
            <a:endCxn id="14" idx="1"/>
          </p:cNvCxnSpPr>
          <p:nvPr/>
        </p:nvCxnSpPr>
        <p:spPr>
          <a:xfrm>
            <a:off x="8686800" y="4953000"/>
            <a:ext cx="609600" cy="0"/>
          </a:xfrm>
          <a:prstGeom prst="straightConnector1">
            <a:avLst/>
          </a:prstGeom>
          <a:ln w="23813">
            <a:solidFill>
              <a:srgbClr val="245BDD"/>
            </a:solidFill>
            <a:tailEnd type="triangle" w="med" len="med"/>
          </a:ln>
        </p:spPr>
      </p:cxnSp>
      <p:cxnSp>
        <p:nvCxnSpPr>
          <p:cNvPr id="24" name="直接箭头连接符 23"/>
          <p:cNvCxnSpPr>
            <a:stCxn id="12" idx="3"/>
            <a:endCxn id="13" idx="1"/>
          </p:cNvCxnSpPr>
          <p:nvPr/>
        </p:nvCxnSpPr>
        <p:spPr>
          <a:xfrm>
            <a:off x="5791200" y="4953000"/>
            <a:ext cx="609600" cy="0"/>
          </a:xfrm>
          <a:prstGeom prst="straightConnector1">
            <a:avLst/>
          </a:prstGeom>
          <a:ln w="23813">
            <a:solidFill>
              <a:srgbClr val="245BDD"/>
            </a:solidFill>
            <a:tailEnd type="triangle" w="med" len="med"/>
          </a:ln>
        </p:spPr>
      </p:cxnSp>
      <p:cxnSp>
        <p:nvCxnSpPr>
          <p:cNvPr id="23" name="直接箭头连接符 22"/>
          <p:cNvCxnSpPr>
            <a:stCxn id="11" idx="3"/>
            <a:endCxn id="12" idx="1"/>
          </p:cNvCxnSpPr>
          <p:nvPr/>
        </p:nvCxnSpPr>
        <p:spPr>
          <a:xfrm>
            <a:off x="2895600" y="4953000"/>
            <a:ext cx="609600" cy="0"/>
          </a:xfrm>
          <a:prstGeom prst="straightConnector1">
            <a:avLst/>
          </a:prstGeom>
          <a:ln w="23813">
            <a:solidFill>
              <a:srgbClr val="245BDD"/>
            </a:solidFill>
            <a:tailEnd type="triangle" w="med" len="med"/>
          </a:ln>
        </p:spPr>
      </p:cxnSp>
      <p:cxnSp>
        <p:nvCxnSpPr>
          <p:cNvPr id="22" name="直接箭头连接符 21"/>
          <p:cNvCxnSpPr>
            <a:stCxn id="10" idx="2"/>
            <a:endCxn id="11" idx="0"/>
          </p:cNvCxnSpPr>
          <p:nvPr/>
        </p:nvCxnSpPr>
        <p:spPr>
          <a:xfrm>
            <a:off x="1752600" y="4048125"/>
            <a:ext cx="0" cy="409575"/>
          </a:xfrm>
          <a:prstGeom prst="straightConnector1">
            <a:avLst/>
          </a:prstGeom>
          <a:ln w="23813">
            <a:solidFill>
              <a:srgbClr val="245BDD"/>
            </a:solidFill>
            <a:tailEnd type="triangle" w="med" len="med"/>
          </a:ln>
        </p:spPr>
      </p:cxnSp>
      <p:cxnSp>
        <p:nvCxnSpPr>
          <p:cNvPr id="21" name="直接箭头连接符 20"/>
          <p:cNvCxnSpPr>
            <a:stCxn id="9" idx="1"/>
            <a:endCxn id="10" idx="3"/>
          </p:cNvCxnSpPr>
          <p:nvPr/>
        </p:nvCxnSpPr>
        <p:spPr>
          <a:xfrm flipH="1">
            <a:off x="2895600" y="3552825"/>
            <a:ext cx="609600" cy="0"/>
          </a:xfrm>
          <a:prstGeom prst="straightConnector1">
            <a:avLst/>
          </a:prstGeom>
          <a:ln w="23813">
            <a:solidFill>
              <a:srgbClr val="245BDD"/>
            </a:solidFill>
            <a:tailEnd type="triangle" w="med" len="med"/>
          </a:ln>
        </p:spPr>
      </p:cxnSp>
      <p:cxnSp>
        <p:nvCxnSpPr>
          <p:cNvPr id="20" name="直接箭头连接符 19"/>
          <p:cNvCxnSpPr>
            <a:stCxn id="8" idx="1"/>
            <a:endCxn id="9" idx="3"/>
          </p:cNvCxnSpPr>
          <p:nvPr/>
        </p:nvCxnSpPr>
        <p:spPr>
          <a:xfrm flipH="1">
            <a:off x="5791200" y="3552825"/>
            <a:ext cx="609600" cy="0"/>
          </a:xfrm>
          <a:prstGeom prst="straightConnector1">
            <a:avLst/>
          </a:prstGeom>
          <a:ln w="23813">
            <a:solidFill>
              <a:srgbClr val="245BDD"/>
            </a:solidFill>
            <a:tailEnd type="triangle" w="med" len="med"/>
          </a:ln>
        </p:spPr>
      </p:cxnSp>
      <p:cxnSp>
        <p:nvCxnSpPr>
          <p:cNvPr id="19" name="直接箭头连接符 18"/>
          <p:cNvCxnSpPr>
            <a:stCxn id="7" idx="1"/>
            <a:endCxn id="8" idx="3"/>
          </p:cNvCxnSpPr>
          <p:nvPr/>
        </p:nvCxnSpPr>
        <p:spPr>
          <a:xfrm flipH="1">
            <a:off x="8686800" y="3552825"/>
            <a:ext cx="609600" cy="0"/>
          </a:xfrm>
          <a:prstGeom prst="straightConnector1">
            <a:avLst/>
          </a:prstGeom>
          <a:ln w="23813">
            <a:solidFill>
              <a:srgbClr val="245BDD"/>
            </a:solidFill>
            <a:tailEnd type="triangle" w="med" len="med"/>
          </a:ln>
        </p:spPr>
      </p:cxnSp>
      <p:cxnSp>
        <p:nvCxnSpPr>
          <p:cNvPr id="18" name="直接箭头连接符 17"/>
          <p:cNvCxnSpPr>
            <a:stCxn id="6" idx="2"/>
            <a:endCxn id="7" idx="0"/>
          </p:cNvCxnSpPr>
          <p:nvPr/>
        </p:nvCxnSpPr>
        <p:spPr>
          <a:xfrm>
            <a:off x="10439400" y="2647950"/>
            <a:ext cx="0" cy="409575"/>
          </a:xfrm>
          <a:prstGeom prst="straightConnector1">
            <a:avLst/>
          </a:prstGeom>
          <a:ln w="23813">
            <a:solidFill>
              <a:srgbClr val="245BDD"/>
            </a:solidFill>
            <a:tailEnd type="triangle" w="med" len="med"/>
          </a:ln>
        </p:spPr>
      </p:cxnSp>
      <p:cxnSp>
        <p:nvCxnSpPr>
          <p:cNvPr id="17" name="直接箭头连接符 16"/>
          <p:cNvCxnSpPr>
            <a:stCxn id="5" idx="3"/>
            <a:endCxn id="6" idx="1"/>
          </p:cNvCxnSpPr>
          <p:nvPr/>
        </p:nvCxnSpPr>
        <p:spPr>
          <a:xfrm>
            <a:off x="8686800" y="2152650"/>
            <a:ext cx="609600" cy="0"/>
          </a:xfrm>
          <a:prstGeom prst="straightConnector1">
            <a:avLst/>
          </a:prstGeom>
          <a:ln w="23813">
            <a:solidFill>
              <a:srgbClr val="245BDD"/>
            </a:solidFill>
            <a:tailEnd type="triangle" w="med" len="med"/>
          </a:ln>
        </p:spPr>
      </p:cxnSp>
      <p:cxnSp>
        <p:nvCxnSpPr>
          <p:cNvPr id="16" name="直接箭头连接符 15"/>
          <p:cNvCxnSpPr>
            <a:stCxn id="4" idx="3"/>
            <a:endCxn id="5" idx="1"/>
          </p:cNvCxnSpPr>
          <p:nvPr/>
        </p:nvCxnSpPr>
        <p:spPr>
          <a:xfrm>
            <a:off x="5791200" y="2152650"/>
            <a:ext cx="609600" cy="0"/>
          </a:xfrm>
          <a:prstGeom prst="straightConnector1">
            <a:avLst/>
          </a:prstGeom>
          <a:ln w="23813">
            <a:solidFill>
              <a:srgbClr val="245BDD"/>
            </a:solidFill>
            <a:tailEnd type="triangle" w="med" len="med"/>
          </a:ln>
        </p:spPr>
      </p:cxnSp>
      <p:cxnSp>
        <p:nvCxnSpPr>
          <p:cNvPr id="15" name="直接箭头连接符 14"/>
          <p:cNvCxnSpPr>
            <a:stCxn id="3" idx="3"/>
            <a:endCxn id="4" idx="1"/>
          </p:cNvCxnSpPr>
          <p:nvPr/>
        </p:nvCxnSpPr>
        <p:spPr>
          <a:xfrm>
            <a:off x="2895600" y="2152650"/>
            <a:ext cx="609600" cy="0"/>
          </a:xfrm>
          <a:prstGeom prst="straightConnector1">
            <a:avLst/>
          </a:prstGeom>
          <a:ln w="23813">
            <a:solidFill>
              <a:srgbClr val="245BDD"/>
            </a:solidFill>
            <a:tailEnd type="triangle" w="med" len="med"/>
          </a:ln>
        </p:spPr>
      </p:cxnSp>
      <p:sp>
        <p:nvSpPr>
          <p:cNvPr id="27" name="矩形 26"/>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从上传书籍到下载音频，具体怎么走</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04</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3" name="矩形 2"/>
          <p:cNvSpPr>
            <a:spLocks noGrp="1"/>
          </p:cNvSpPr>
          <p:nvPr/>
        </p:nvSpPr>
        <p:spPr>
          <a:xfrm>
            <a:off x="609600" y="1657350"/>
            <a:ext cx="2286000" cy="990600"/>
          </a:xfrm>
          <a:prstGeom prst="rect">
            <a:avLst/>
          </a:prstGeom>
          <a:solidFill>
            <a:srgbClr val="FFFFFF"/>
          </a:solidFill>
          <a:ln w="19050">
            <a:solidFill>
              <a:srgbClr val="245BDD"/>
            </a:solidFill>
          </a:ln>
        </p:spPr>
        <p:txBody>
          <a:bodyPr lIns="76200" tIns="76200" rIns="76200" bIns="76200" anchor="ctr"/>
          <a:lstStyle>
            <a:defPPr algn="ctr">
              <a:defRPr sz="1650"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1 上传书籍</a:t>
            </a:r>
            <a:endParaRPr sz="1650"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选择要朗读的章节</a:t>
            </a:r>
            <a:endParaRPr sz="165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3505200" y="1657350"/>
            <a:ext cx="2286000" cy="990600"/>
          </a:xfrm>
          <a:prstGeom prst="rect">
            <a:avLst/>
          </a:prstGeom>
          <a:solidFill>
            <a:srgbClr val="FFFFFF"/>
          </a:solidFill>
          <a:ln w="19050">
            <a:solidFill>
              <a:srgbClr val="245BDD"/>
            </a:solidFill>
          </a:ln>
        </p:spPr>
        <p:txBody>
          <a:bodyPr lIns="76200" tIns="76200" rIns="76200" bIns="76200" anchor="ctr"/>
          <a:lstStyle>
            <a:defPPr algn="ctr">
              <a:defRPr sz="1650"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2 </a:t>
            </a:r>
            <a:r>
              <a:rPr lang="en-US" sz="1650" b="1">
                <a:solidFill>
                  <a:srgbClr val="16243B"/>
                </a:solidFill>
                <a:latin typeface="PingFang SC" panose="020B0400000000000000" charset="-122"/>
                <a:ea typeface="PingFang SC" panose="020B0400000000000000" charset="-122"/>
                <a:cs typeface="PingFang SC" panose="020B0400000000000000" charset="-122"/>
              </a:rPr>
              <a:t>LLM</a:t>
            </a:r>
            <a:r>
              <a:rPr sz="1650" b="1">
                <a:solidFill>
                  <a:srgbClr val="16243B"/>
                </a:solidFill>
                <a:latin typeface="PingFang SC" panose="020B0400000000000000" charset="-122"/>
                <a:ea typeface="PingFang SC" panose="020B0400000000000000" charset="-122"/>
                <a:cs typeface="PingFang SC" panose="020B0400000000000000" charset="-122"/>
              </a:rPr>
              <a:t>找出说话的人</a:t>
            </a:r>
            <a:endParaRPr sz="1650"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谁在讲故事或说话</a:t>
            </a:r>
            <a:endParaRPr sz="165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6400800" y="1657350"/>
            <a:ext cx="2286000" cy="990600"/>
          </a:xfrm>
          <a:prstGeom prst="rect">
            <a:avLst/>
          </a:prstGeom>
          <a:solidFill>
            <a:srgbClr val="FFFFFF"/>
          </a:solidFill>
          <a:ln w="19050">
            <a:solidFill>
              <a:srgbClr val="245BDD"/>
            </a:solidFill>
          </a:ln>
        </p:spPr>
        <p:txBody>
          <a:bodyPr lIns="76200" tIns="76200" rIns="76200" bIns="76200" anchor="ctr"/>
          <a:lstStyle>
            <a:defPPr algn="ctr">
              <a:defRPr sz="1650"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3 对照书中原文</a:t>
            </a:r>
            <a:endParaRPr sz="1650"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核对是否漏字、改字</a:t>
            </a:r>
            <a:endParaRPr sz="165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6" name="矩形 5"/>
          <p:cNvSpPr>
            <a:spLocks noGrp="1"/>
          </p:cNvSpPr>
          <p:nvPr/>
        </p:nvSpPr>
        <p:spPr>
          <a:xfrm>
            <a:off x="9296400" y="1657350"/>
            <a:ext cx="2286000" cy="990600"/>
          </a:xfrm>
          <a:prstGeom prst="rect">
            <a:avLst/>
          </a:prstGeom>
          <a:solidFill>
            <a:srgbClr val="FFFFFF"/>
          </a:solidFill>
          <a:ln w="19050">
            <a:solidFill>
              <a:srgbClr val="245BDD"/>
            </a:solidFill>
          </a:ln>
        </p:spPr>
        <p:txBody>
          <a:bodyPr lIns="76200" tIns="76200" rIns="76200" bIns="76200" anchor="ctr"/>
          <a:lstStyle>
            <a:defPPr algn="ctr">
              <a:defRPr sz="1650"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4 选声音并确认</a:t>
            </a:r>
            <a:endParaRPr sz="1650"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试听声音，设置语速</a:t>
            </a:r>
            <a:endParaRPr sz="165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7" name="矩形 6"/>
          <p:cNvSpPr>
            <a:spLocks noGrp="1"/>
          </p:cNvSpPr>
          <p:nvPr/>
        </p:nvSpPr>
        <p:spPr>
          <a:xfrm>
            <a:off x="9296400" y="3057525"/>
            <a:ext cx="2286000" cy="990600"/>
          </a:xfrm>
          <a:prstGeom prst="rect">
            <a:avLst/>
          </a:prstGeom>
          <a:solidFill>
            <a:srgbClr val="FFFFFF"/>
          </a:solidFill>
          <a:ln w="19050">
            <a:solidFill>
              <a:srgbClr val="245BDD"/>
            </a:solidFill>
          </a:ln>
        </p:spPr>
        <p:txBody>
          <a:bodyPr lIns="76200" tIns="76200" rIns="76200" bIns="76200" anchor="ctr"/>
          <a:lstStyle>
            <a:defPPr algn="ctr">
              <a:defRPr sz="1650"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5 整理实际读法</a:t>
            </a:r>
            <a:endParaRPr sz="1650"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处理数字、缩写读法</a:t>
            </a:r>
            <a:endParaRPr sz="165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8" name="矩形 7"/>
          <p:cNvSpPr>
            <a:spLocks noGrp="1"/>
          </p:cNvSpPr>
          <p:nvPr/>
        </p:nvSpPr>
        <p:spPr>
          <a:xfrm>
            <a:off x="6400800" y="3057525"/>
            <a:ext cx="2286000" cy="990600"/>
          </a:xfrm>
          <a:prstGeom prst="rect">
            <a:avLst/>
          </a:prstGeom>
          <a:solidFill>
            <a:srgbClr val="FFFFFF"/>
          </a:solidFill>
          <a:ln w="19050">
            <a:solidFill>
              <a:srgbClr val="245BDD"/>
            </a:solidFill>
          </a:ln>
        </p:spPr>
        <p:txBody>
          <a:bodyPr lIns="76200" tIns="76200" rIns="76200" bIns="76200" anchor="ctr"/>
          <a:lstStyle>
            <a:defPPr algn="ctr">
              <a:defRPr sz="1650"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6 按句分成小段</a:t>
            </a:r>
            <a:endParaRPr sz="1650"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记录人物和停顿</a:t>
            </a:r>
            <a:endParaRPr sz="165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9" name="矩形 8"/>
          <p:cNvSpPr>
            <a:spLocks noGrp="1"/>
          </p:cNvSpPr>
          <p:nvPr/>
        </p:nvSpPr>
        <p:spPr>
          <a:xfrm>
            <a:off x="3505200" y="3057525"/>
            <a:ext cx="2286000" cy="990600"/>
          </a:xfrm>
          <a:prstGeom prst="rect">
            <a:avLst/>
          </a:prstGeom>
          <a:solidFill>
            <a:srgbClr val="FFFFFF"/>
          </a:solidFill>
          <a:ln w="19050">
            <a:solidFill>
              <a:srgbClr val="245BDD"/>
            </a:solidFill>
          </a:ln>
        </p:spPr>
        <p:txBody>
          <a:bodyPr lIns="76200" tIns="76200" rIns="76200" bIns="76200" anchor="ctr"/>
          <a:lstStyle>
            <a:defPPr algn="ctr">
              <a:defRPr sz="1650"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7 逐段生成并保存</a:t>
            </a:r>
            <a:endParaRPr sz="1650"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MiMo 生成，可复用</a:t>
            </a:r>
            <a:endParaRPr sz="165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10" name="矩形 9"/>
          <p:cNvSpPr>
            <a:spLocks noGrp="1"/>
          </p:cNvSpPr>
          <p:nvPr/>
        </p:nvSpPr>
        <p:spPr>
          <a:xfrm>
            <a:off x="609600" y="3057525"/>
            <a:ext cx="2286000" cy="990600"/>
          </a:xfrm>
          <a:prstGeom prst="rect">
            <a:avLst/>
          </a:prstGeom>
          <a:solidFill>
            <a:srgbClr val="FFFFFF"/>
          </a:solidFill>
          <a:ln w="19050">
            <a:solidFill>
              <a:srgbClr val="245BDD"/>
            </a:solidFill>
          </a:ln>
        </p:spPr>
        <p:txBody>
          <a:bodyPr lIns="76200" tIns="76200" rIns="76200" bIns="76200" anchor="ctr"/>
          <a:lstStyle>
            <a:defPPr algn="ctr">
              <a:defRPr sz="1650"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8 找出可疑问题</a:t>
            </a:r>
            <a:endParaRPr sz="1650"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查漏读、重复和停顿</a:t>
            </a:r>
            <a:endParaRPr sz="165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11" name="矩形 10"/>
          <p:cNvSpPr>
            <a:spLocks noGrp="1"/>
          </p:cNvSpPr>
          <p:nvPr/>
        </p:nvSpPr>
        <p:spPr>
          <a:xfrm>
            <a:off x="609600" y="4457700"/>
            <a:ext cx="2286000" cy="990600"/>
          </a:xfrm>
          <a:prstGeom prst="rect">
            <a:avLst/>
          </a:prstGeom>
          <a:solidFill>
            <a:srgbClr val="FFFFFF"/>
          </a:solidFill>
          <a:ln w="19050">
            <a:solidFill>
              <a:srgbClr val="245BDD"/>
            </a:solidFill>
          </a:ln>
        </p:spPr>
        <p:txBody>
          <a:bodyPr lIns="76200" tIns="76200" rIns="76200" bIns="76200" anchor="ctr"/>
          <a:lstStyle>
            <a:defPPr algn="ctr">
              <a:defRPr sz="1650"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9 只修有问题的段</a:t>
            </a:r>
            <a:endParaRPr sz="1650"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剪多余内容或重读</a:t>
            </a:r>
            <a:endParaRPr sz="165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12" name="矩形 11"/>
          <p:cNvSpPr>
            <a:spLocks noGrp="1"/>
          </p:cNvSpPr>
          <p:nvPr/>
        </p:nvSpPr>
        <p:spPr>
          <a:xfrm>
            <a:off x="3505200" y="4457700"/>
            <a:ext cx="2286000" cy="990600"/>
          </a:xfrm>
          <a:prstGeom prst="rect">
            <a:avLst/>
          </a:prstGeom>
          <a:solidFill>
            <a:srgbClr val="FFFFFF"/>
          </a:solidFill>
          <a:ln w="19050">
            <a:solidFill>
              <a:srgbClr val="245BDD"/>
            </a:solidFill>
          </a:ln>
        </p:spPr>
        <p:txBody>
          <a:bodyPr lIns="76200" tIns="76200" rIns="76200" bIns="76200" anchor="ctr"/>
          <a:lstStyle>
            <a:defPPr algn="ctr">
              <a:defRPr sz="1650"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10 再查前后两句</a:t>
            </a:r>
            <a:endParaRPr sz="1650"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更好才保留新版</a:t>
            </a:r>
            <a:endParaRPr sz="165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13" name="矩形 12"/>
          <p:cNvSpPr>
            <a:spLocks noGrp="1"/>
          </p:cNvSpPr>
          <p:nvPr/>
        </p:nvSpPr>
        <p:spPr>
          <a:xfrm>
            <a:off x="6400800" y="4457700"/>
            <a:ext cx="2286000" cy="990600"/>
          </a:xfrm>
          <a:prstGeom prst="rect">
            <a:avLst/>
          </a:prstGeom>
          <a:solidFill>
            <a:srgbClr val="FFFFFF"/>
          </a:solidFill>
          <a:ln w="19050">
            <a:solidFill>
              <a:srgbClr val="245BDD"/>
            </a:solidFill>
          </a:ln>
        </p:spPr>
        <p:txBody>
          <a:bodyPr lIns="76200" tIns="76200" rIns="76200" bIns="76200" anchor="ctr"/>
          <a:lstStyle>
            <a:defPPr algn="ctr">
              <a:defRPr sz="1650"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11 拼成整章音频</a:t>
            </a:r>
            <a:endParaRPr sz="1650"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检查整章能否播放</a:t>
            </a:r>
            <a:endParaRPr sz="165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14" name="矩形 13"/>
          <p:cNvSpPr>
            <a:spLocks noGrp="1"/>
          </p:cNvSpPr>
          <p:nvPr/>
        </p:nvSpPr>
        <p:spPr>
          <a:xfrm>
            <a:off x="9296400" y="4457700"/>
            <a:ext cx="2286000" cy="990600"/>
          </a:xfrm>
          <a:prstGeom prst="rect">
            <a:avLst/>
          </a:prstGeom>
          <a:solidFill>
            <a:srgbClr val="FFFFFF"/>
          </a:solidFill>
          <a:ln w="19050">
            <a:solidFill>
              <a:srgbClr val="245BDD"/>
            </a:solidFill>
          </a:ln>
        </p:spPr>
        <p:txBody>
          <a:bodyPr lIns="76200" tIns="76200" rIns="76200" bIns="76200" anchor="ctr"/>
          <a:lstStyle>
            <a:defPPr algn="ctr">
              <a:defRPr sz="1650"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650"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12 试听确认并下载</a:t>
            </a:r>
            <a:endParaRPr sz="1650"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650" b="1">
                <a:solidFill>
                  <a:srgbClr val="16243B"/>
                </a:solidFill>
                <a:latin typeface="PingFang SC" panose="020B0400000000000000" charset="-122"/>
                <a:ea typeface="PingFang SC" panose="020B0400000000000000" charset="-122"/>
                <a:cs typeface="PingFang SC" panose="020B0400000000000000" charset="-122"/>
              </a:defRPr>
            </a:pPr>
            <a:r>
              <a:rPr sz="1650" b="1">
                <a:solidFill>
                  <a:srgbClr val="16243B"/>
                </a:solidFill>
                <a:latin typeface="PingFang SC" panose="020B0400000000000000" charset="-122"/>
                <a:ea typeface="PingFang SC" panose="020B0400000000000000" charset="-122"/>
                <a:cs typeface="PingFang SC" panose="020B0400000000000000" charset="-122"/>
              </a:rPr>
              <a:t>保留问题单和原音</a:t>
            </a:r>
            <a:endParaRPr sz="165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6" name="矩形 25"/>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修复有次数和用时限制，拿不准的问题留给人工试听</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sp>
        <p:nvSpPr>
          <p:cNvPr id="10" name="矩形 9"/>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谁讲故事，就用谁的声音</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07</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3" name="矩形 2"/>
          <p:cNvSpPr>
            <a:spLocks noGrp="1"/>
          </p:cNvSpPr>
          <p:nvPr/>
        </p:nvSpPr>
        <p:spPr>
          <a:xfrm>
            <a:off x="609600" y="1619250"/>
            <a:ext cx="10668000" cy="409575"/>
          </a:xfrm>
          <a:prstGeom prst="rect">
            <a:avLst/>
          </a:prstGeom>
          <a:noFill/>
          <a:ln w="0">
            <a:noFill/>
          </a:ln>
        </p:spPr>
        <p:txBody>
          <a:bodyPr lIns="0" tIns="0" rIns="0" bIns="0"/>
          <a:lstStyle>
            <a:defPPr>
              <a:defRPr sz="2250" b="1">
                <a:solidFill>
                  <a:srgbClr val="245BDD"/>
                </a:solidFill>
                <a:latin typeface="PingFang SC" panose="020B0400000000000000" charset="-122"/>
                <a:ea typeface="PingFang SC" panose="020B0400000000000000" charset="-122"/>
                <a:cs typeface="PingFang SC" panose="020B0400000000000000" charset="-122"/>
              </a:defRPr>
            </a:defPPr>
            <a:lvl1pPr>
              <a:buNone/>
              <a:defRPr sz="22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2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2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2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2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2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2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2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2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250" b="1">
                <a:solidFill>
                  <a:srgbClr val="245BDD"/>
                </a:solidFill>
                <a:latin typeface="PingFang SC" panose="020B0400000000000000" charset="-122"/>
                <a:ea typeface="PingFang SC" panose="020B0400000000000000" charset="-122"/>
                <a:cs typeface="PingFang SC" panose="020B0400000000000000" charset="-122"/>
              </a:defRPr>
            </a:pPr>
            <a:r>
              <a:rPr sz="2250" b="1">
                <a:solidFill>
                  <a:srgbClr val="245BDD"/>
                </a:solidFill>
                <a:latin typeface="PingFang SC" panose="020B0400000000000000" charset="-122"/>
                <a:ea typeface="PingFang SC" panose="020B0400000000000000" charset="-122"/>
                <a:cs typeface="PingFang SC" panose="020B0400000000000000" charset="-122"/>
              </a:rPr>
              <a:t>具体问题</a:t>
            </a:r>
            <a:endParaRPr sz="22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609600" y="2085975"/>
            <a:ext cx="10668000" cy="952500"/>
          </a:xfrm>
          <a:prstGeom prst="rect">
            <a:avLst/>
          </a:prstGeom>
          <a:noFill/>
          <a:ln w="0">
            <a:noFill/>
          </a:ln>
        </p:spPr>
        <p:txBody>
          <a:bodyPr lIns="0" tIns="0" rIns="0" bIns="0"/>
          <a:lstStyle>
            <a:defPPr>
              <a:defRPr sz="2100" b="0">
                <a:solidFill>
                  <a:srgbClr val="53627A"/>
                </a:solidFill>
                <a:latin typeface="PingFang SC" panose="020B0400000000000000" charset="-122"/>
                <a:ea typeface="PingFang SC" panose="020B0400000000000000" charset="-122"/>
                <a:cs typeface="PingFang SC" panose="020B0400000000000000" charset="-122"/>
              </a:defRPr>
            </a:defPPr>
            <a:lvl1pPr>
              <a:buNone/>
              <a:defRPr sz="2100" b="0">
                <a:solidFill>
                  <a:srgbClr val="53627A"/>
                </a:solidFill>
                <a:latin typeface="PingFang SC" panose="020B0400000000000000" charset="-122"/>
                <a:ea typeface="PingFang SC" panose="020B0400000000000000" charset="-122"/>
                <a:cs typeface="PingFang SC" panose="020B0400000000000000" charset="-122"/>
              </a:defRPr>
            </a:lvl1pPr>
            <a:lvl2pPr>
              <a:buNone/>
              <a:defRPr sz="2100" b="0">
                <a:solidFill>
                  <a:srgbClr val="53627A"/>
                </a:solidFill>
                <a:latin typeface="PingFang SC" panose="020B0400000000000000" charset="-122"/>
                <a:ea typeface="PingFang SC" panose="020B0400000000000000" charset="-122"/>
                <a:cs typeface="PingFang SC" panose="020B0400000000000000" charset="-122"/>
              </a:defRPr>
            </a:lvl2pPr>
            <a:lvl3pPr>
              <a:buNone/>
              <a:defRPr sz="2100" b="0">
                <a:solidFill>
                  <a:srgbClr val="53627A"/>
                </a:solidFill>
                <a:latin typeface="PingFang SC" panose="020B0400000000000000" charset="-122"/>
                <a:ea typeface="PingFang SC" panose="020B0400000000000000" charset="-122"/>
                <a:cs typeface="PingFang SC" panose="020B0400000000000000" charset="-122"/>
              </a:defRPr>
            </a:lvl3pPr>
            <a:lvl4pPr>
              <a:buNone/>
              <a:defRPr sz="2100" b="0">
                <a:solidFill>
                  <a:srgbClr val="53627A"/>
                </a:solidFill>
                <a:latin typeface="PingFang SC" panose="020B0400000000000000" charset="-122"/>
                <a:ea typeface="PingFang SC" panose="020B0400000000000000" charset="-122"/>
                <a:cs typeface="PingFang SC" panose="020B0400000000000000" charset="-122"/>
              </a:defRPr>
            </a:lvl4pPr>
            <a:lvl5pPr>
              <a:buNone/>
              <a:defRPr sz="2100" b="0">
                <a:solidFill>
                  <a:srgbClr val="53627A"/>
                </a:solidFill>
                <a:latin typeface="PingFang SC" panose="020B0400000000000000" charset="-122"/>
                <a:ea typeface="PingFang SC" panose="020B0400000000000000" charset="-122"/>
                <a:cs typeface="PingFang SC" panose="020B0400000000000000" charset="-122"/>
              </a:defRPr>
            </a:lvl5pPr>
            <a:lvl6pPr>
              <a:buNone/>
              <a:defRPr sz="2100" b="0">
                <a:solidFill>
                  <a:srgbClr val="53627A"/>
                </a:solidFill>
                <a:latin typeface="PingFang SC" panose="020B0400000000000000" charset="-122"/>
                <a:ea typeface="PingFang SC" panose="020B0400000000000000" charset="-122"/>
                <a:cs typeface="PingFang SC" panose="020B0400000000000000" charset="-122"/>
              </a:defRPr>
            </a:lvl6pPr>
            <a:lvl7pPr>
              <a:buNone/>
              <a:defRPr sz="2100" b="0">
                <a:solidFill>
                  <a:srgbClr val="53627A"/>
                </a:solidFill>
                <a:latin typeface="PingFang SC" panose="020B0400000000000000" charset="-122"/>
                <a:ea typeface="PingFang SC" panose="020B0400000000000000" charset="-122"/>
                <a:cs typeface="PingFang SC" panose="020B0400000000000000" charset="-122"/>
              </a:defRPr>
            </a:lvl7pPr>
            <a:lvl8pPr>
              <a:buNone/>
              <a:defRPr sz="2100" b="0">
                <a:solidFill>
                  <a:srgbClr val="53627A"/>
                </a:solidFill>
                <a:latin typeface="PingFang SC" panose="020B0400000000000000" charset="-122"/>
                <a:ea typeface="PingFang SC" panose="020B0400000000000000" charset="-122"/>
                <a:cs typeface="PingFang SC" panose="020B0400000000000000" charset="-122"/>
              </a:defRPr>
            </a:lvl8pPr>
            <a:lvl9pPr>
              <a:buNone/>
              <a:defRPr sz="210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2100" b="0">
                <a:solidFill>
                  <a:srgbClr val="53627A"/>
                </a:solidFill>
                <a:latin typeface="PingFang SC" panose="020B0400000000000000" charset="-122"/>
                <a:ea typeface="PingFang SC" panose="020B0400000000000000" charset="-122"/>
                <a:cs typeface="PingFang SC" panose="020B0400000000000000" charset="-122"/>
              </a:defRPr>
            </a:pPr>
            <a:r>
              <a:rPr sz="2100" b="0">
                <a:solidFill>
                  <a:srgbClr val="53627A"/>
                </a:solidFill>
                <a:latin typeface="PingFang SC" panose="020B0400000000000000" charset="-122"/>
                <a:ea typeface="PingFang SC" panose="020B0400000000000000" charset="-122"/>
                <a:cs typeface="PingFang SC" panose="020B0400000000000000" charset="-122"/>
              </a:rPr>
              <a:t>《Flipped》的两章分别由 Bryce 和 Juli 用“我”</a:t>
            </a:r>
            <a:r>
              <a:rPr lang="zh-CN" sz="2100" b="0">
                <a:solidFill>
                  <a:srgbClr val="53627A"/>
                </a:solidFill>
                <a:latin typeface="PingFang SC" panose="020B0400000000000000" charset="-122"/>
                <a:ea typeface="PingFang SC" panose="020B0400000000000000" charset="-122"/>
                <a:cs typeface="PingFang SC" panose="020B0400000000000000" charset="-122"/>
              </a:rPr>
              <a:t>自</a:t>
            </a:r>
            <a:r>
              <a:rPr sz="2100" b="0">
                <a:solidFill>
                  <a:srgbClr val="53627A"/>
                </a:solidFill>
                <a:latin typeface="PingFang SC" panose="020B0400000000000000" charset="-122"/>
                <a:ea typeface="PingFang SC" panose="020B0400000000000000" charset="-122"/>
                <a:cs typeface="PingFang SC" panose="020B0400000000000000" charset="-122"/>
              </a:rPr>
              <a:t>述。</a:t>
            </a:r>
            <a:endParaRPr sz="2100" b="0">
              <a:solidFill>
                <a:srgbClr val="53627A"/>
              </a:solidFill>
              <a:latin typeface="PingFang SC" panose="020B0400000000000000" charset="-122"/>
              <a:ea typeface="PingFang SC" panose="020B0400000000000000" charset="-122"/>
              <a:cs typeface="PingFang SC" panose="020B0400000000000000" charset="-122"/>
            </a:endParaRPr>
          </a:p>
          <a:p>
            <a:pPr>
              <a:buNone/>
              <a:defRPr sz="2100" b="0">
                <a:solidFill>
                  <a:srgbClr val="53627A"/>
                </a:solidFill>
                <a:latin typeface="PingFang SC" panose="020B0400000000000000" charset="-122"/>
                <a:ea typeface="PingFang SC" panose="020B0400000000000000" charset="-122"/>
                <a:cs typeface="PingFang SC" panose="020B0400000000000000" charset="-122"/>
              </a:defRPr>
            </a:pPr>
            <a:r>
              <a:rPr sz="2100" b="0">
                <a:solidFill>
                  <a:srgbClr val="53627A"/>
                </a:solidFill>
                <a:latin typeface="PingFang SC" panose="020B0400000000000000" charset="-122"/>
                <a:ea typeface="PingFang SC" panose="020B0400000000000000" charset="-122"/>
                <a:cs typeface="PingFang SC" panose="020B0400000000000000" charset="-122"/>
              </a:rPr>
              <a:t>早期拆分时，有些人物自述被当成了普通旁白。</a:t>
            </a:r>
            <a:endParaRPr sz="2100"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609600" y="3429000"/>
            <a:ext cx="3143250" cy="952500"/>
          </a:xfrm>
          <a:prstGeom prst="rect">
            <a:avLst/>
          </a:prstGeom>
          <a:solidFill>
            <a:srgbClr val="FFFFFF"/>
          </a:solidFill>
          <a:ln w="19050">
            <a:solidFill>
              <a:srgbClr val="176C5C"/>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Bryce 讲故事</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沿用 Bryce 的声音</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6" name="矩形 5"/>
          <p:cNvSpPr>
            <a:spLocks noGrp="1"/>
          </p:cNvSpPr>
          <p:nvPr/>
        </p:nvSpPr>
        <p:spPr>
          <a:xfrm>
            <a:off x="4572000" y="3429000"/>
            <a:ext cx="3143250" cy="952500"/>
          </a:xfrm>
          <a:prstGeom prst="rect">
            <a:avLst/>
          </a:prstGeom>
          <a:solidFill>
            <a:srgbClr val="FFFFFF"/>
          </a:solidFill>
          <a:ln w="19050">
            <a:solidFill>
              <a:srgbClr val="176C5C"/>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Juli 讲故事</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沿用 Juli 的声音</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7" name="矩形 6"/>
          <p:cNvSpPr>
            <a:spLocks noGrp="1"/>
          </p:cNvSpPr>
          <p:nvPr/>
        </p:nvSpPr>
        <p:spPr>
          <a:xfrm>
            <a:off x="8477250" y="3590925"/>
            <a:ext cx="2952750" cy="857250"/>
          </a:xfrm>
          <a:prstGeom prst="rect">
            <a:avLst/>
          </a:prstGeom>
          <a:noFill/>
          <a:ln w="0">
            <a:noFill/>
          </a:ln>
        </p:spPr>
        <p:txBody>
          <a:bodyPr lIns="0" tIns="0" rIns="0" bIns="0"/>
          <a:lstStyle>
            <a:defPPr>
              <a:defRPr sz="2100" b="1">
                <a:solidFill>
                  <a:srgbClr val="245BDD"/>
                </a:solidFill>
                <a:latin typeface="PingFang SC" panose="020B0400000000000000" charset="-122"/>
                <a:ea typeface="PingFang SC" panose="020B0400000000000000" charset="-122"/>
                <a:cs typeface="PingFang SC" panose="020B0400000000000000" charset="-122"/>
              </a:defRPr>
            </a:defPPr>
            <a:lvl1pPr>
              <a:buNone/>
              <a:defRPr sz="210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10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10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10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10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10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10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10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10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100" b="1">
                <a:solidFill>
                  <a:srgbClr val="245BDD"/>
                </a:solidFill>
                <a:latin typeface="PingFang SC" panose="020B0400000000000000" charset="-122"/>
                <a:ea typeface="PingFang SC" panose="020B0400000000000000" charset="-122"/>
                <a:cs typeface="PingFang SC" panose="020B0400000000000000" charset="-122"/>
              </a:defRPr>
            </a:pPr>
            <a:r>
              <a:rPr sz="2100" b="1">
                <a:solidFill>
                  <a:srgbClr val="245BDD"/>
                </a:solidFill>
                <a:latin typeface="PingFang SC" panose="020B0400000000000000" charset="-122"/>
                <a:ea typeface="PingFang SC" panose="020B0400000000000000" charset="-122"/>
                <a:cs typeface="PingFang SC" panose="020B0400000000000000" charset="-122"/>
              </a:rPr>
              <a:t>换一章，</a:t>
            </a:r>
            <a:endParaRPr sz="2100" b="1">
              <a:solidFill>
                <a:srgbClr val="245BDD"/>
              </a:solidFill>
              <a:latin typeface="PingFang SC" panose="020B0400000000000000" charset="-122"/>
              <a:ea typeface="PingFang SC" panose="020B0400000000000000" charset="-122"/>
              <a:cs typeface="PingFang SC" panose="020B0400000000000000" charset="-122"/>
            </a:endParaRPr>
          </a:p>
          <a:p>
            <a:pPr>
              <a:buNone/>
              <a:defRPr sz="2100" b="1">
                <a:solidFill>
                  <a:srgbClr val="245BDD"/>
                </a:solidFill>
                <a:latin typeface="PingFang SC" panose="020B0400000000000000" charset="-122"/>
                <a:ea typeface="PingFang SC" panose="020B0400000000000000" charset="-122"/>
                <a:cs typeface="PingFang SC" panose="020B0400000000000000" charset="-122"/>
              </a:defRPr>
            </a:pPr>
            <a:r>
              <a:rPr sz="2100" b="1">
                <a:solidFill>
                  <a:srgbClr val="245BDD"/>
                </a:solidFill>
                <a:latin typeface="PingFang SC" panose="020B0400000000000000" charset="-122"/>
                <a:ea typeface="PingFang SC" panose="020B0400000000000000" charset="-122"/>
                <a:cs typeface="PingFang SC" panose="020B0400000000000000" charset="-122"/>
              </a:rPr>
              <a:t>重新判断是谁在讲</a:t>
            </a:r>
            <a:endParaRPr sz="210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8" name="矩形 7"/>
          <p:cNvSpPr>
            <a:spLocks noGrp="1"/>
          </p:cNvSpPr>
          <p:nvPr/>
        </p:nvSpPr>
        <p:spPr>
          <a:xfrm>
            <a:off x="609600" y="5000625"/>
            <a:ext cx="10858500" cy="647700"/>
          </a:xfrm>
          <a:prstGeom prst="rect">
            <a:avLst/>
          </a:prstGeom>
          <a:noFill/>
          <a:ln w="0">
            <a:noFill/>
          </a:ln>
        </p:spPr>
        <p:txBody>
          <a:bodyPr lIns="0" tIns="0" rIns="0" bIns="0"/>
          <a:lstStyle>
            <a:defPPr>
              <a:defRPr sz="2175" b="1">
                <a:solidFill>
                  <a:srgbClr val="16243B"/>
                </a:solidFill>
                <a:latin typeface="PingFang SC" panose="020B0400000000000000" charset="-122"/>
                <a:ea typeface="PingFang SC" panose="020B0400000000000000" charset="-122"/>
                <a:cs typeface="PingFang SC" panose="020B0400000000000000" charset="-122"/>
              </a:defRPr>
            </a:defPPr>
            <a:lvl1pPr>
              <a:buNone/>
              <a:defRPr sz="2175" b="1">
                <a:solidFill>
                  <a:srgbClr val="16243B"/>
                </a:solidFill>
                <a:latin typeface="PingFang SC" panose="020B0400000000000000" charset="-122"/>
                <a:ea typeface="PingFang SC" panose="020B0400000000000000" charset="-122"/>
                <a:cs typeface="PingFang SC" panose="020B0400000000000000" charset="-122"/>
              </a:defRPr>
            </a:lvl1pPr>
            <a:lvl2pPr>
              <a:buNone/>
              <a:defRPr sz="2175" b="1">
                <a:solidFill>
                  <a:srgbClr val="16243B"/>
                </a:solidFill>
                <a:latin typeface="PingFang SC" panose="020B0400000000000000" charset="-122"/>
                <a:ea typeface="PingFang SC" panose="020B0400000000000000" charset="-122"/>
                <a:cs typeface="PingFang SC" panose="020B0400000000000000" charset="-122"/>
              </a:defRPr>
            </a:lvl2pPr>
            <a:lvl3pPr>
              <a:buNone/>
              <a:defRPr sz="2175" b="1">
                <a:solidFill>
                  <a:srgbClr val="16243B"/>
                </a:solidFill>
                <a:latin typeface="PingFang SC" panose="020B0400000000000000" charset="-122"/>
                <a:ea typeface="PingFang SC" panose="020B0400000000000000" charset="-122"/>
                <a:cs typeface="PingFang SC" panose="020B0400000000000000" charset="-122"/>
              </a:defRPr>
            </a:lvl3pPr>
            <a:lvl4pPr>
              <a:buNone/>
              <a:defRPr sz="2175" b="1">
                <a:solidFill>
                  <a:srgbClr val="16243B"/>
                </a:solidFill>
                <a:latin typeface="PingFang SC" panose="020B0400000000000000" charset="-122"/>
                <a:ea typeface="PingFang SC" panose="020B0400000000000000" charset="-122"/>
                <a:cs typeface="PingFang SC" panose="020B0400000000000000" charset="-122"/>
              </a:defRPr>
            </a:lvl4pPr>
            <a:lvl5pPr>
              <a:buNone/>
              <a:defRPr sz="2175" b="1">
                <a:solidFill>
                  <a:srgbClr val="16243B"/>
                </a:solidFill>
                <a:latin typeface="PingFang SC" panose="020B0400000000000000" charset="-122"/>
                <a:ea typeface="PingFang SC" panose="020B0400000000000000" charset="-122"/>
                <a:cs typeface="PingFang SC" panose="020B0400000000000000" charset="-122"/>
              </a:defRPr>
            </a:lvl5pPr>
            <a:lvl6pPr>
              <a:buNone/>
              <a:defRPr sz="2175" b="1">
                <a:solidFill>
                  <a:srgbClr val="16243B"/>
                </a:solidFill>
                <a:latin typeface="PingFang SC" panose="020B0400000000000000" charset="-122"/>
                <a:ea typeface="PingFang SC" panose="020B0400000000000000" charset="-122"/>
                <a:cs typeface="PingFang SC" panose="020B0400000000000000" charset="-122"/>
              </a:defRPr>
            </a:lvl6pPr>
            <a:lvl7pPr>
              <a:buNone/>
              <a:defRPr sz="2175" b="1">
                <a:solidFill>
                  <a:srgbClr val="16243B"/>
                </a:solidFill>
                <a:latin typeface="PingFang SC" panose="020B0400000000000000" charset="-122"/>
                <a:ea typeface="PingFang SC" panose="020B0400000000000000" charset="-122"/>
                <a:cs typeface="PingFang SC" panose="020B0400000000000000" charset="-122"/>
              </a:defRPr>
            </a:lvl7pPr>
            <a:lvl8pPr>
              <a:buNone/>
              <a:defRPr sz="2175" b="1">
                <a:solidFill>
                  <a:srgbClr val="16243B"/>
                </a:solidFill>
                <a:latin typeface="PingFang SC" panose="020B0400000000000000" charset="-122"/>
                <a:ea typeface="PingFang SC" panose="020B0400000000000000" charset="-122"/>
                <a:cs typeface="PingFang SC" panose="020B0400000000000000" charset="-122"/>
              </a:defRPr>
            </a:lvl8pPr>
            <a:lvl9pPr>
              <a:buNone/>
              <a:defRPr sz="2175"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2175" b="1">
                <a:solidFill>
                  <a:srgbClr val="16243B"/>
                </a:solidFill>
                <a:latin typeface="PingFang SC" panose="020B0400000000000000" charset="-122"/>
                <a:ea typeface="PingFang SC" panose="020B0400000000000000" charset="-122"/>
                <a:cs typeface="PingFang SC" panose="020B0400000000000000" charset="-122"/>
              </a:defRPr>
            </a:pPr>
            <a:r>
              <a:rPr sz="2175" b="1">
                <a:solidFill>
                  <a:srgbClr val="16243B"/>
                </a:solidFill>
                <a:latin typeface="PingFang SC" panose="020B0400000000000000" charset="-122"/>
                <a:ea typeface="PingFang SC" panose="020B0400000000000000" charset="-122"/>
                <a:cs typeface="PingFang SC" panose="020B0400000000000000" charset="-122"/>
              </a:rPr>
              <a:t>已完成：两章的文字分配已修正，自述和本人对白共用声音配置。</a:t>
            </a:r>
            <a:endParaRPr sz="21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9" name="矩形 8"/>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这次检查确认的是文字和声音的分配，没有为这两章重新生成语音</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sp>
        <p:nvSpPr>
          <p:cNvPr id="9" name="矩形 8"/>
          <p:cNvSpPr>
            <a:spLocks noGrp="1"/>
          </p:cNvSpPr>
          <p:nvPr/>
        </p:nvSpPr>
        <p:spPr>
          <a:xfrm>
            <a:off x="609600" y="457200"/>
            <a:ext cx="1097280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defRPr sz="3300" b="1">
                <a:solidFill>
                  <a:srgbClr val="16243B"/>
                </a:solidFill>
                <a:latin typeface="PingFang SC" panose="020B0400000000000000" charset="-122"/>
                <a:ea typeface="PingFang SC" panose="020B0400000000000000" charset="-122"/>
                <a:cs typeface="PingFang SC" panose="020B0400000000000000" charset="-122"/>
              </a:defRPr>
            </a:lvl1pPr>
            <a:lvl2pPr>
              <a:defRPr sz="3300" b="1">
                <a:solidFill>
                  <a:srgbClr val="16243B"/>
                </a:solidFill>
                <a:latin typeface="PingFang SC" panose="020B0400000000000000" charset="-122"/>
                <a:ea typeface="PingFang SC" panose="020B0400000000000000" charset="-122"/>
                <a:cs typeface="PingFang SC" panose="020B0400000000000000" charset="-122"/>
              </a:defRPr>
            </a:lvl2pPr>
            <a:lvl3pPr>
              <a:defRPr sz="3300" b="1">
                <a:solidFill>
                  <a:srgbClr val="16243B"/>
                </a:solidFill>
                <a:latin typeface="PingFang SC" panose="020B0400000000000000" charset="-122"/>
                <a:ea typeface="PingFang SC" panose="020B0400000000000000" charset="-122"/>
                <a:cs typeface="PingFang SC" panose="020B0400000000000000" charset="-122"/>
              </a:defRPr>
            </a:lvl3pPr>
            <a:lvl4pPr>
              <a:defRPr sz="3300" b="1">
                <a:solidFill>
                  <a:srgbClr val="16243B"/>
                </a:solidFill>
                <a:latin typeface="PingFang SC" panose="020B0400000000000000" charset="-122"/>
                <a:ea typeface="PingFang SC" panose="020B0400000000000000" charset="-122"/>
                <a:cs typeface="PingFang SC" panose="020B0400000000000000" charset="-122"/>
              </a:defRPr>
            </a:lvl4pPr>
            <a:lvl5pPr>
              <a:defRPr sz="3300" b="1">
                <a:solidFill>
                  <a:srgbClr val="16243B"/>
                </a:solidFill>
                <a:latin typeface="PingFang SC" panose="020B0400000000000000" charset="-122"/>
                <a:ea typeface="PingFang SC" panose="020B0400000000000000" charset="-122"/>
                <a:cs typeface="PingFang SC" panose="020B0400000000000000" charset="-122"/>
              </a:defRPr>
            </a:lvl5pPr>
            <a:lvl6pPr>
              <a:defRPr sz="3300" b="1">
                <a:solidFill>
                  <a:srgbClr val="16243B"/>
                </a:solidFill>
                <a:latin typeface="PingFang SC" panose="020B0400000000000000" charset="-122"/>
                <a:ea typeface="PingFang SC" panose="020B0400000000000000" charset="-122"/>
                <a:cs typeface="PingFang SC" panose="020B0400000000000000" charset="-122"/>
              </a:defRPr>
            </a:lvl6pPr>
            <a:lvl7pPr>
              <a:defRPr sz="3300" b="1">
                <a:solidFill>
                  <a:srgbClr val="16243B"/>
                </a:solidFill>
                <a:latin typeface="PingFang SC" panose="020B0400000000000000" charset="-122"/>
                <a:ea typeface="PingFang SC" panose="020B0400000000000000" charset="-122"/>
                <a:cs typeface="PingFang SC" panose="020B0400000000000000" charset="-122"/>
              </a:defRPr>
            </a:lvl7pPr>
            <a:lvl8pPr>
              <a:defRPr sz="3300" b="1">
                <a:solidFill>
                  <a:srgbClr val="16243B"/>
                </a:solidFill>
                <a:latin typeface="PingFang SC" panose="020B0400000000000000" charset="-122"/>
                <a:ea typeface="PingFang SC" panose="020B0400000000000000" charset="-122"/>
                <a:cs typeface="PingFang SC" panose="020B0400000000000000" charset="-122"/>
              </a:defRPr>
            </a:lvl8pPr>
            <a:lvl9pPr>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叙述者核对：这一章由谁来讲</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pic>
        <p:nvPicPr>
          <p:cNvPr id="2" name="图片 1"/>
          <p:cNvPicPr>
            <a:picLocks noChangeAspect="1"/>
          </p:cNvPicPr>
          <p:nvPr/>
        </p:nvPicPr>
        <p:blipFill>
          <a:blip r:embed="rId1"/>
          <a:srcRect l="10303" t="26123" r="12121" b="20585"/>
          <a:stretch>
            <a:fillRect/>
          </a:stretch>
        </p:blipFill>
        <p:spPr>
          <a:xfrm>
            <a:off x="609600" y="1476375"/>
            <a:ext cx="5715000" cy="4552950"/>
          </a:xfrm>
          <a:prstGeom prst="rect">
            <a:avLst/>
          </a:prstGeom>
        </p:spPr>
      </p:pic>
      <p:sp>
        <p:nvSpPr>
          <p:cNvPr id="3" name="矩形 2"/>
          <p:cNvSpPr>
            <a:spLocks noGrp="1"/>
          </p:cNvSpPr>
          <p:nvPr/>
        </p:nvSpPr>
        <p:spPr>
          <a:xfrm>
            <a:off x="6858000" y="1504950"/>
            <a:ext cx="4724400" cy="400050"/>
          </a:xfrm>
          <a:prstGeom prst="rect">
            <a:avLst/>
          </a:prstGeom>
          <a:noFill/>
          <a:ln w="0">
            <a:noFill/>
          </a:ln>
        </p:spPr>
        <p:txBody>
          <a:bodyPr lIns="0" tIns="0" rIns="0" bIns="0"/>
          <a:lstStyle>
            <a:defPPr>
              <a:defRPr sz="2175" b="1">
                <a:solidFill>
                  <a:srgbClr val="245BDD"/>
                </a:solidFill>
                <a:latin typeface="PingFang SC" panose="020B0400000000000000" charset="-122"/>
                <a:ea typeface="PingFang SC" panose="020B0400000000000000" charset="-122"/>
                <a:cs typeface="PingFang SC" panose="020B0400000000000000" charset="-122"/>
              </a:defRPr>
            </a:defPPr>
            <a:lvl1pPr>
              <a:defRPr sz="2175" b="1">
                <a:solidFill>
                  <a:srgbClr val="245BDD"/>
                </a:solidFill>
                <a:latin typeface="PingFang SC" panose="020B0400000000000000" charset="-122"/>
                <a:ea typeface="PingFang SC" panose="020B0400000000000000" charset="-122"/>
                <a:cs typeface="PingFang SC" panose="020B0400000000000000" charset="-122"/>
              </a:defRPr>
            </a:lvl1pPr>
            <a:lvl2pPr>
              <a:defRPr sz="2175" b="1">
                <a:solidFill>
                  <a:srgbClr val="245BDD"/>
                </a:solidFill>
                <a:latin typeface="PingFang SC" panose="020B0400000000000000" charset="-122"/>
                <a:ea typeface="PingFang SC" panose="020B0400000000000000" charset="-122"/>
                <a:cs typeface="PingFang SC" panose="020B0400000000000000" charset="-122"/>
              </a:defRPr>
            </a:lvl2pPr>
            <a:lvl3pPr>
              <a:defRPr sz="2175" b="1">
                <a:solidFill>
                  <a:srgbClr val="245BDD"/>
                </a:solidFill>
                <a:latin typeface="PingFang SC" panose="020B0400000000000000" charset="-122"/>
                <a:ea typeface="PingFang SC" panose="020B0400000000000000" charset="-122"/>
                <a:cs typeface="PingFang SC" panose="020B0400000000000000" charset="-122"/>
              </a:defRPr>
            </a:lvl3pPr>
            <a:lvl4pPr>
              <a:defRPr sz="2175" b="1">
                <a:solidFill>
                  <a:srgbClr val="245BDD"/>
                </a:solidFill>
                <a:latin typeface="PingFang SC" panose="020B0400000000000000" charset="-122"/>
                <a:ea typeface="PingFang SC" panose="020B0400000000000000" charset="-122"/>
                <a:cs typeface="PingFang SC" panose="020B0400000000000000" charset="-122"/>
              </a:defRPr>
            </a:lvl4pPr>
            <a:lvl5pPr>
              <a:defRPr sz="2175" b="1">
                <a:solidFill>
                  <a:srgbClr val="245BDD"/>
                </a:solidFill>
                <a:latin typeface="PingFang SC" panose="020B0400000000000000" charset="-122"/>
                <a:ea typeface="PingFang SC" panose="020B0400000000000000" charset="-122"/>
                <a:cs typeface="PingFang SC" panose="020B0400000000000000" charset="-122"/>
              </a:defRPr>
            </a:lvl5pPr>
            <a:lvl6pPr>
              <a:defRPr sz="2175" b="1">
                <a:solidFill>
                  <a:srgbClr val="245BDD"/>
                </a:solidFill>
                <a:latin typeface="PingFang SC" panose="020B0400000000000000" charset="-122"/>
                <a:ea typeface="PingFang SC" panose="020B0400000000000000" charset="-122"/>
                <a:cs typeface="PingFang SC" panose="020B0400000000000000" charset="-122"/>
              </a:defRPr>
            </a:lvl6pPr>
            <a:lvl7pPr>
              <a:defRPr sz="2175" b="1">
                <a:solidFill>
                  <a:srgbClr val="245BDD"/>
                </a:solidFill>
                <a:latin typeface="PingFang SC" panose="020B0400000000000000" charset="-122"/>
                <a:ea typeface="PingFang SC" panose="020B0400000000000000" charset="-122"/>
                <a:cs typeface="PingFang SC" panose="020B0400000000000000" charset="-122"/>
              </a:defRPr>
            </a:lvl7pPr>
            <a:lvl8pPr>
              <a:defRPr sz="2175" b="1">
                <a:solidFill>
                  <a:srgbClr val="245BDD"/>
                </a:solidFill>
                <a:latin typeface="PingFang SC" panose="020B0400000000000000" charset="-122"/>
                <a:ea typeface="PingFang SC" panose="020B0400000000000000" charset="-122"/>
                <a:cs typeface="PingFang SC" panose="020B0400000000000000" charset="-122"/>
              </a:defRPr>
            </a:lvl8pPr>
            <a:lvl9pPr>
              <a:defRPr sz="2175" b="1">
                <a:solidFill>
                  <a:srgbClr val="245BDD"/>
                </a:solidFill>
                <a:latin typeface="PingFang SC" panose="020B0400000000000000" charset="-122"/>
                <a:ea typeface="PingFang SC" panose="020B0400000000000000" charset="-122"/>
                <a:cs typeface="PingFang SC" panose="020B0400000000000000" charset="-122"/>
              </a:defRPr>
            </a:lvl9pPr>
          </a:lstStyle>
          <a:p>
            <a:pPr>
              <a:defRPr sz="2175" b="1">
                <a:solidFill>
                  <a:srgbClr val="245BDD"/>
                </a:solidFill>
                <a:latin typeface="PingFang SC" panose="020B0400000000000000" charset="-122"/>
                <a:ea typeface="PingFang SC" panose="020B0400000000000000" charset="-122"/>
                <a:cs typeface="PingFang SC" panose="020B0400000000000000" charset="-122"/>
              </a:defRPr>
            </a:pPr>
            <a:r>
              <a:rPr sz="2175" b="1">
                <a:solidFill>
                  <a:srgbClr val="245BDD"/>
                </a:solidFill>
                <a:latin typeface="PingFang SC" panose="020B0400000000000000" charset="-122"/>
                <a:ea typeface="PingFang SC" panose="020B0400000000000000" charset="-122"/>
                <a:cs typeface="PingFang SC" panose="020B0400000000000000" charset="-122"/>
              </a:rPr>
              <a:t>已有的分析结果</a:t>
            </a:r>
            <a:endParaRPr sz="21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6858000" y="1962150"/>
            <a:ext cx="4724400" cy="1095375"/>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defRPr sz="2025" b="0">
                <a:solidFill>
                  <a:srgbClr val="53627A"/>
                </a:solidFill>
                <a:latin typeface="PingFang SC" panose="020B0400000000000000" charset="-122"/>
                <a:ea typeface="PingFang SC" panose="020B0400000000000000" charset="-122"/>
                <a:cs typeface="PingFang SC" panose="020B0400000000000000" charset="-122"/>
              </a:defRPr>
            </a:lvl1pPr>
            <a:lvl2pPr>
              <a:defRPr sz="2025" b="0">
                <a:solidFill>
                  <a:srgbClr val="53627A"/>
                </a:solidFill>
                <a:latin typeface="PingFang SC" panose="020B0400000000000000" charset="-122"/>
                <a:ea typeface="PingFang SC" panose="020B0400000000000000" charset="-122"/>
                <a:cs typeface="PingFang SC" panose="020B0400000000000000" charset="-122"/>
              </a:defRPr>
            </a:lvl2pPr>
            <a:lvl3pPr>
              <a:defRPr sz="2025" b="0">
                <a:solidFill>
                  <a:srgbClr val="53627A"/>
                </a:solidFill>
                <a:latin typeface="PingFang SC" panose="020B0400000000000000" charset="-122"/>
                <a:ea typeface="PingFang SC" panose="020B0400000000000000" charset="-122"/>
                <a:cs typeface="PingFang SC" panose="020B0400000000000000" charset="-122"/>
              </a:defRPr>
            </a:lvl3pPr>
            <a:lvl4pPr>
              <a:defRPr sz="2025" b="0">
                <a:solidFill>
                  <a:srgbClr val="53627A"/>
                </a:solidFill>
                <a:latin typeface="PingFang SC" panose="020B0400000000000000" charset="-122"/>
                <a:ea typeface="PingFang SC" panose="020B0400000000000000" charset="-122"/>
                <a:cs typeface="PingFang SC" panose="020B0400000000000000" charset="-122"/>
              </a:defRPr>
            </a:lvl4pPr>
            <a:lvl5pPr>
              <a:defRPr sz="2025" b="0">
                <a:solidFill>
                  <a:srgbClr val="53627A"/>
                </a:solidFill>
                <a:latin typeface="PingFang SC" panose="020B0400000000000000" charset="-122"/>
                <a:ea typeface="PingFang SC" panose="020B0400000000000000" charset="-122"/>
                <a:cs typeface="PingFang SC" panose="020B0400000000000000" charset="-122"/>
              </a:defRPr>
            </a:lvl5pPr>
            <a:lvl6pPr>
              <a:defRPr sz="2025" b="0">
                <a:solidFill>
                  <a:srgbClr val="53627A"/>
                </a:solidFill>
                <a:latin typeface="PingFang SC" panose="020B0400000000000000" charset="-122"/>
                <a:ea typeface="PingFang SC" panose="020B0400000000000000" charset="-122"/>
                <a:cs typeface="PingFang SC" panose="020B0400000000000000" charset="-122"/>
              </a:defRPr>
            </a:lvl6pPr>
            <a:lvl7pPr>
              <a:defRPr sz="2025" b="0">
                <a:solidFill>
                  <a:srgbClr val="53627A"/>
                </a:solidFill>
                <a:latin typeface="PingFang SC" panose="020B0400000000000000" charset="-122"/>
                <a:ea typeface="PingFang SC" panose="020B0400000000000000" charset="-122"/>
                <a:cs typeface="PingFang SC" panose="020B0400000000000000" charset="-122"/>
              </a:defRPr>
            </a:lvl7pPr>
            <a:lvl8pPr>
              <a:defRPr sz="2025" b="0">
                <a:solidFill>
                  <a:srgbClr val="53627A"/>
                </a:solidFill>
                <a:latin typeface="PingFang SC" panose="020B0400000000000000" charset="-122"/>
                <a:ea typeface="PingFang SC" panose="020B0400000000000000" charset="-122"/>
                <a:cs typeface="PingFang SC" panose="020B0400000000000000" charset="-122"/>
              </a:defRPr>
            </a:lvl8pPr>
            <a:lvl9pPr>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第 5 章由 Bryce 叙述，</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第 6 章由 Juli 叙述。</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每章可沿用对应人物的声音。</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6858000" y="3333750"/>
            <a:ext cx="4724400" cy="400050"/>
          </a:xfrm>
          <a:prstGeom prst="rect">
            <a:avLst/>
          </a:prstGeom>
          <a:noFill/>
          <a:ln w="0">
            <a:noFill/>
          </a:ln>
        </p:spPr>
        <p:txBody>
          <a:bodyPr lIns="0" tIns="0" rIns="0" bIns="0"/>
          <a:lstStyle>
            <a:defPPr>
              <a:defRPr sz="2175" b="1">
                <a:solidFill>
                  <a:srgbClr val="245BDD"/>
                </a:solidFill>
                <a:latin typeface="PingFang SC" panose="020B0400000000000000" charset="-122"/>
                <a:ea typeface="PingFang SC" panose="020B0400000000000000" charset="-122"/>
                <a:cs typeface="PingFang SC" panose="020B0400000000000000" charset="-122"/>
              </a:defRPr>
            </a:defPPr>
            <a:lvl1pPr>
              <a:defRPr sz="2175" b="1">
                <a:solidFill>
                  <a:srgbClr val="245BDD"/>
                </a:solidFill>
                <a:latin typeface="PingFang SC" panose="020B0400000000000000" charset="-122"/>
                <a:ea typeface="PingFang SC" panose="020B0400000000000000" charset="-122"/>
                <a:cs typeface="PingFang SC" panose="020B0400000000000000" charset="-122"/>
              </a:defRPr>
            </a:lvl1pPr>
            <a:lvl2pPr>
              <a:defRPr sz="2175" b="1">
                <a:solidFill>
                  <a:srgbClr val="245BDD"/>
                </a:solidFill>
                <a:latin typeface="PingFang SC" panose="020B0400000000000000" charset="-122"/>
                <a:ea typeface="PingFang SC" panose="020B0400000000000000" charset="-122"/>
                <a:cs typeface="PingFang SC" panose="020B0400000000000000" charset="-122"/>
              </a:defRPr>
            </a:lvl2pPr>
            <a:lvl3pPr>
              <a:defRPr sz="2175" b="1">
                <a:solidFill>
                  <a:srgbClr val="245BDD"/>
                </a:solidFill>
                <a:latin typeface="PingFang SC" panose="020B0400000000000000" charset="-122"/>
                <a:ea typeface="PingFang SC" panose="020B0400000000000000" charset="-122"/>
                <a:cs typeface="PingFang SC" panose="020B0400000000000000" charset="-122"/>
              </a:defRPr>
            </a:lvl3pPr>
            <a:lvl4pPr>
              <a:defRPr sz="2175" b="1">
                <a:solidFill>
                  <a:srgbClr val="245BDD"/>
                </a:solidFill>
                <a:latin typeface="PingFang SC" panose="020B0400000000000000" charset="-122"/>
                <a:ea typeface="PingFang SC" panose="020B0400000000000000" charset="-122"/>
                <a:cs typeface="PingFang SC" panose="020B0400000000000000" charset="-122"/>
              </a:defRPr>
            </a:lvl4pPr>
            <a:lvl5pPr>
              <a:defRPr sz="2175" b="1">
                <a:solidFill>
                  <a:srgbClr val="245BDD"/>
                </a:solidFill>
                <a:latin typeface="PingFang SC" panose="020B0400000000000000" charset="-122"/>
                <a:ea typeface="PingFang SC" panose="020B0400000000000000" charset="-122"/>
                <a:cs typeface="PingFang SC" panose="020B0400000000000000" charset="-122"/>
              </a:defRPr>
            </a:lvl5pPr>
            <a:lvl6pPr>
              <a:defRPr sz="2175" b="1">
                <a:solidFill>
                  <a:srgbClr val="245BDD"/>
                </a:solidFill>
                <a:latin typeface="PingFang SC" panose="020B0400000000000000" charset="-122"/>
                <a:ea typeface="PingFang SC" panose="020B0400000000000000" charset="-122"/>
                <a:cs typeface="PingFang SC" panose="020B0400000000000000" charset="-122"/>
              </a:defRPr>
            </a:lvl6pPr>
            <a:lvl7pPr>
              <a:defRPr sz="2175" b="1">
                <a:solidFill>
                  <a:srgbClr val="245BDD"/>
                </a:solidFill>
                <a:latin typeface="PingFang SC" panose="020B0400000000000000" charset="-122"/>
                <a:ea typeface="PingFang SC" panose="020B0400000000000000" charset="-122"/>
                <a:cs typeface="PingFang SC" panose="020B0400000000000000" charset="-122"/>
              </a:defRPr>
            </a:lvl7pPr>
            <a:lvl8pPr>
              <a:defRPr sz="2175" b="1">
                <a:solidFill>
                  <a:srgbClr val="245BDD"/>
                </a:solidFill>
                <a:latin typeface="PingFang SC" panose="020B0400000000000000" charset="-122"/>
                <a:ea typeface="PingFang SC" panose="020B0400000000000000" charset="-122"/>
                <a:cs typeface="PingFang SC" panose="020B0400000000000000" charset="-122"/>
              </a:defRPr>
            </a:lvl8pPr>
            <a:lvl9pPr>
              <a:defRPr sz="2175" b="1">
                <a:solidFill>
                  <a:srgbClr val="245BDD"/>
                </a:solidFill>
                <a:latin typeface="PingFang SC" panose="020B0400000000000000" charset="-122"/>
                <a:ea typeface="PingFang SC" panose="020B0400000000000000" charset="-122"/>
                <a:cs typeface="PingFang SC" panose="020B0400000000000000" charset="-122"/>
              </a:defRPr>
            </a:lvl9pPr>
          </a:lstStyle>
          <a:p>
            <a:pPr>
              <a:defRPr sz="2175" b="1">
                <a:solidFill>
                  <a:srgbClr val="245BDD"/>
                </a:solidFill>
                <a:latin typeface="PingFang SC" panose="020B0400000000000000" charset="-122"/>
                <a:ea typeface="PingFang SC" panose="020B0400000000000000" charset="-122"/>
                <a:cs typeface="PingFang SC" panose="020B0400000000000000" charset="-122"/>
              </a:defRPr>
            </a:pPr>
            <a:r>
              <a:rPr sz="2175" b="1">
                <a:solidFill>
                  <a:srgbClr val="245BDD"/>
                </a:solidFill>
                <a:latin typeface="PingFang SC" panose="020B0400000000000000" charset="-122"/>
                <a:ea typeface="PingFang SC" panose="020B0400000000000000" charset="-122"/>
                <a:cs typeface="PingFang SC" panose="020B0400000000000000" charset="-122"/>
              </a:rPr>
              <a:t>界面里怎样调整</a:t>
            </a:r>
            <a:endParaRPr sz="21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6" name="矩形 5"/>
          <p:cNvSpPr>
            <a:spLocks noGrp="1"/>
          </p:cNvSpPr>
          <p:nvPr/>
        </p:nvSpPr>
        <p:spPr>
          <a:xfrm>
            <a:off x="6858000" y="3790950"/>
            <a:ext cx="4724400" cy="1095375"/>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defRPr sz="2025" b="0">
                <a:solidFill>
                  <a:srgbClr val="53627A"/>
                </a:solidFill>
                <a:latin typeface="PingFang SC" panose="020B0400000000000000" charset="-122"/>
                <a:ea typeface="PingFang SC" panose="020B0400000000000000" charset="-122"/>
                <a:cs typeface="PingFang SC" panose="020B0400000000000000" charset="-122"/>
              </a:defRPr>
            </a:lvl1pPr>
            <a:lvl2pPr>
              <a:defRPr sz="2025" b="0">
                <a:solidFill>
                  <a:srgbClr val="53627A"/>
                </a:solidFill>
                <a:latin typeface="PingFang SC" panose="020B0400000000000000" charset="-122"/>
                <a:ea typeface="PingFang SC" panose="020B0400000000000000" charset="-122"/>
                <a:cs typeface="PingFang SC" panose="020B0400000000000000" charset="-122"/>
              </a:defRPr>
            </a:lvl2pPr>
            <a:lvl3pPr>
              <a:defRPr sz="2025" b="0">
                <a:solidFill>
                  <a:srgbClr val="53627A"/>
                </a:solidFill>
                <a:latin typeface="PingFang SC" panose="020B0400000000000000" charset="-122"/>
                <a:ea typeface="PingFang SC" panose="020B0400000000000000" charset="-122"/>
                <a:cs typeface="PingFang SC" panose="020B0400000000000000" charset="-122"/>
              </a:defRPr>
            </a:lvl3pPr>
            <a:lvl4pPr>
              <a:defRPr sz="2025" b="0">
                <a:solidFill>
                  <a:srgbClr val="53627A"/>
                </a:solidFill>
                <a:latin typeface="PingFang SC" panose="020B0400000000000000" charset="-122"/>
                <a:ea typeface="PingFang SC" panose="020B0400000000000000" charset="-122"/>
                <a:cs typeface="PingFang SC" panose="020B0400000000000000" charset="-122"/>
              </a:defRPr>
            </a:lvl4pPr>
            <a:lvl5pPr>
              <a:defRPr sz="2025" b="0">
                <a:solidFill>
                  <a:srgbClr val="53627A"/>
                </a:solidFill>
                <a:latin typeface="PingFang SC" panose="020B0400000000000000" charset="-122"/>
                <a:ea typeface="PingFang SC" panose="020B0400000000000000" charset="-122"/>
                <a:cs typeface="PingFang SC" panose="020B0400000000000000" charset="-122"/>
              </a:defRPr>
            </a:lvl5pPr>
            <a:lvl6pPr>
              <a:defRPr sz="2025" b="0">
                <a:solidFill>
                  <a:srgbClr val="53627A"/>
                </a:solidFill>
                <a:latin typeface="PingFang SC" panose="020B0400000000000000" charset="-122"/>
                <a:ea typeface="PingFang SC" panose="020B0400000000000000" charset="-122"/>
                <a:cs typeface="PingFang SC" panose="020B0400000000000000" charset="-122"/>
              </a:defRPr>
            </a:lvl6pPr>
            <a:lvl7pPr>
              <a:defRPr sz="2025" b="0">
                <a:solidFill>
                  <a:srgbClr val="53627A"/>
                </a:solidFill>
                <a:latin typeface="PingFang SC" panose="020B0400000000000000" charset="-122"/>
                <a:ea typeface="PingFang SC" panose="020B0400000000000000" charset="-122"/>
                <a:cs typeface="PingFang SC" panose="020B0400000000000000" charset="-122"/>
              </a:defRPr>
            </a:lvl7pPr>
            <a:lvl8pPr>
              <a:defRPr sz="2025" b="0">
                <a:solidFill>
                  <a:srgbClr val="53627A"/>
                </a:solidFill>
                <a:latin typeface="PingFang SC" panose="020B0400000000000000" charset="-122"/>
                <a:ea typeface="PingFang SC" panose="020B0400000000000000" charset="-122"/>
                <a:cs typeface="PingFang SC" panose="020B0400000000000000" charset="-122"/>
              </a:defRPr>
            </a:lvl8pPr>
            <a:lvl9pPr>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选章节，再指定叙述人物。</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确认后应用到本章叙述段，</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人物对白继续使用各自声音。</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7" name="矩形 6"/>
          <p:cNvSpPr>
            <a:spLocks noGrp="1"/>
          </p:cNvSpPr>
          <p:nvPr/>
        </p:nvSpPr>
        <p:spPr>
          <a:xfrm>
            <a:off x="609600" y="6124575"/>
            <a:ext cx="10382250" cy="38100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defRPr sz="1350" b="0">
                <a:solidFill>
                  <a:srgbClr val="53627A"/>
                </a:solidFill>
                <a:latin typeface="PingFang SC" panose="020B0400000000000000" charset="-122"/>
                <a:ea typeface="PingFang SC" panose="020B0400000000000000" charset="-122"/>
                <a:cs typeface="PingFang SC" panose="020B0400000000000000" charset="-122"/>
              </a:defRPr>
            </a:lvl1pPr>
            <a:lvl2pPr>
              <a:defRPr sz="1350" b="0">
                <a:solidFill>
                  <a:srgbClr val="53627A"/>
                </a:solidFill>
                <a:latin typeface="PingFang SC" panose="020B0400000000000000" charset="-122"/>
                <a:ea typeface="PingFang SC" panose="020B0400000000000000" charset="-122"/>
                <a:cs typeface="PingFang SC" panose="020B0400000000000000" charset="-122"/>
              </a:defRPr>
            </a:lvl2pPr>
            <a:lvl3pPr>
              <a:defRPr sz="1350" b="0">
                <a:solidFill>
                  <a:srgbClr val="53627A"/>
                </a:solidFill>
                <a:latin typeface="PingFang SC" panose="020B0400000000000000" charset="-122"/>
                <a:ea typeface="PingFang SC" panose="020B0400000000000000" charset="-122"/>
                <a:cs typeface="PingFang SC" panose="020B0400000000000000" charset="-122"/>
              </a:defRPr>
            </a:lvl3pPr>
            <a:lvl4pPr>
              <a:defRPr sz="1350" b="0">
                <a:solidFill>
                  <a:srgbClr val="53627A"/>
                </a:solidFill>
                <a:latin typeface="PingFang SC" panose="020B0400000000000000" charset="-122"/>
                <a:ea typeface="PingFang SC" panose="020B0400000000000000" charset="-122"/>
                <a:cs typeface="PingFang SC" panose="020B0400000000000000" charset="-122"/>
              </a:defRPr>
            </a:lvl4pPr>
            <a:lvl5pPr>
              <a:defRPr sz="1350" b="0">
                <a:solidFill>
                  <a:srgbClr val="53627A"/>
                </a:solidFill>
                <a:latin typeface="PingFang SC" panose="020B0400000000000000" charset="-122"/>
                <a:ea typeface="PingFang SC" panose="020B0400000000000000" charset="-122"/>
                <a:cs typeface="PingFang SC" panose="020B0400000000000000" charset="-122"/>
              </a:defRPr>
            </a:lvl5pPr>
            <a:lvl6pPr>
              <a:defRPr sz="1350" b="0">
                <a:solidFill>
                  <a:srgbClr val="53627A"/>
                </a:solidFill>
                <a:latin typeface="PingFang SC" panose="020B0400000000000000" charset="-122"/>
                <a:ea typeface="PingFang SC" panose="020B0400000000000000" charset="-122"/>
                <a:cs typeface="PingFang SC" panose="020B0400000000000000" charset="-122"/>
              </a:defRPr>
            </a:lvl6pPr>
            <a:lvl7pPr>
              <a:defRPr sz="1350" b="0">
                <a:solidFill>
                  <a:srgbClr val="53627A"/>
                </a:solidFill>
                <a:latin typeface="PingFang SC" panose="020B0400000000000000" charset="-122"/>
                <a:ea typeface="PingFang SC" panose="020B0400000000000000" charset="-122"/>
                <a:cs typeface="PingFang SC" panose="020B0400000000000000" charset="-122"/>
              </a:defRPr>
            </a:lvl7pPr>
            <a:lvl8pPr>
              <a:defRPr sz="1350" b="0">
                <a:solidFill>
                  <a:srgbClr val="53627A"/>
                </a:solidFill>
                <a:latin typeface="PingFang SC" panose="020B0400000000000000" charset="-122"/>
                <a:ea typeface="PingFang SC" panose="020B0400000000000000" charset="-122"/>
                <a:cs typeface="PingFang SC" panose="020B0400000000000000" charset="-122"/>
              </a:defRPr>
            </a:lvl8pPr>
            <a:lvl9pPr>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当前第 5 章识别出 30 段叙述。多人轮流讲述的章节，需要逐段核对</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8" name="矩形 7"/>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defRPr sz="1275" b="0">
                <a:solidFill>
                  <a:srgbClr val="53627A"/>
                </a:solidFill>
                <a:latin typeface="PingFang SC" panose="020B0400000000000000" charset="-122"/>
                <a:ea typeface="PingFang SC" panose="020B0400000000000000" charset="-122"/>
                <a:cs typeface="PingFang SC" panose="020B0400000000000000" charset="-122"/>
              </a:defRPr>
            </a:lvl1pPr>
            <a:lvl2pPr>
              <a:defRPr sz="1275" b="0">
                <a:solidFill>
                  <a:srgbClr val="53627A"/>
                </a:solidFill>
                <a:latin typeface="PingFang SC" panose="020B0400000000000000" charset="-122"/>
                <a:ea typeface="PingFang SC" panose="020B0400000000000000" charset="-122"/>
                <a:cs typeface="PingFang SC" panose="020B0400000000000000" charset="-122"/>
              </a:defRPr>
            </a:lvl2pPr>
            <a:lvl3pPr>
              <a:defRPr sz="1275" b="0">
                <a:solidFill>
                  <a:srgbClr val="53627A"/>
                </a:solidFill>
                <a:latin typeface="PingFang SC" panose="020B0400000000000000" charset="-122"/>
                <a:ea typeface="PingFang SC" panose="020B0400000000000000" charset="-122"/>
                <a:cs typeface="PingFang SC" panose="020B0400000000000000" charset="-122"/>
              </a:defRPr>
            </a:lvl3pPr>
            <a:lvl4pPr>
              <a:defRPr sz="1275" b="0">
                <a:solidFill>
                  <a:srgbClr val="53627A"/>
                </a:solidFill>
                <a:latin typeface="PingFang SC" panose="020B0400000000000000" charset="-122"/>
                <a:ea typeface="PingFang SC" panose="020B0400000000000000" charset="-122"/>
                <a:cs typeface="PingFang SC" panose="020B0400000000000000" charset="-122"/>
              </a:defRPr>
            </a:lvl4pPr>
            <a:lvl5pPr>
              <a:defRPr sz="1275" b="0">
                <a:solidFill>
                  <a:srgbClr val="53627A"/>
                </a:solidFill>
                <a:latin typeface="PingFang SC" panose="020B0400000000000000" charset="-122"/>
                <a:ea typeface="PingFang SC" panose="020B0400000000000000" charset="-122"/>
                <a:cs typeface="PingFang SC" panose="020B0400000000000000" charset="-122"/>
              </a:defRPr>
            </a:lvl5pPr>
            <a:lvl6pPr>
              <a:defRPr sz="1275" b="0">
                <a:solidFill>
                  <a:srgbClr val="53627A"/>
                </a:solidFill>
                <a:latin typeface="PingFang SC" panose="020B0400000000000000" charset="-122"/>
                <a:ea typeface="PingFang SC" panose="020B0400000000000000" charset="-122"/>
                <a:cs typeface="PingFang SC" panose="020B0400000000000000" charset="-122"/>
              </a:defRPr>
            </a:lvl6pPr>
            <a:lvl7pPr>
              <a:defRPr sz="1275" b="0">
                <a:solidFill>
                  <a:srgbClr val="53627A"/>
                </a:solidFill>
                <a:latin typeface="PingFang SC" panose="020B0400000000000000" charset="-122"/>
                <a:ea typeface="PingFang SC" panose="020B0400000000000000" charset="-122"/>
                <a:cs typeface="PingFang SC" panose="020B0400000000000000" charset="-122"/>
              </a:defRPr>
            </a:lvl7pPr>
            <a:lvl8pPr>
              <a:defRPr sz="1275" b="0">
                <a:solidFill>
                  <a:srgbClr val="53627A"/>
                </a:solidFill>
                <a:latin typeface="PingFang SC" panose="020B0400000000000000" charset="-122"/>
                <a:ea typeface="PingFang SC" panose="020B0400000000000000" charset="-122"/>
                <a:cs typeface="PingFang SC" panose="020B0400000000000000" charset="-122"/>
              </a:defRPr>
            </a:lvl8pPr>
            <a:lvl9pPr>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09</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sp>
        <p:nvSpPr>
          <p:cNvPr id="6" name="矩形 5"/>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书上怎么写，实际怎么读</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10</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graphicFrame>
        <p:nvGraphicFramePr>
          <p:cNvPr id="3" name="表格 2"/>
          <p:cNvGraphicFramePr/>
          <p:nvPr/>
        </p:nvGraphicFramePr>
        <p:xfrm>
          <a:off x="609600" y="1733550"/>
          <a:ext cx="10972800" cy="3305175"/>
        </p:xfrm>
        <a:graphic>
          <a:graphicData uri="http://schemas.openxmlformats.org/drawingml/2006/table">
            <a:tbl>
              <a:tblPr/>
              <a:tblGrid>
                <a:gridCol w="2857500"/>
                <a:gridCol w="4476750"/>
                <a:gridCol w="3638550"/>
              </a:tblGrid>
              <a:tr h="661035">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书上写的内容</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可以怎样处理</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为什么这样做</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r>
              <a:tr h="661035">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增长 3.5%</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读成“增长百分之三点五”</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让朗读更自然，保留原文不动</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661035">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20 books / twenty books</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检查时允许这两种写法对应</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避免把数字写法差异当成读错</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r h="661035">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C’mon</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本次修复改用 Come on! 朗读</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解决 R034 一个词开头反复读的问题</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661035">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人名、编号、多音字</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拿不准就保留，交给人试听</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避免程序擅自改出新错误</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bl>
          </a:graphicData>
        </a:graphic>
      </p:graphicFrame>
      <p:sp>
        <p:nvSpPr>
          <p:cNvPr id="4" name="矩形 3"/>
          <p:cNvSpPr>
            <a:spLocks noGrp="1"/>
          </p:cNvSpPr>
          <p:nvPr/>
        </p:nvSpPr>
        <p:spPr>
          <a:xfrm>
            <a:off x="609600" y="5362575"/>
            <a:ext cx="10906125" cy="533400"/>
          </a:xfrm>
          <a:prstGeom prst="rect">
            <a:avLst/>
          </a:prstGeom>
          <a:noFill/>
          <a:ln w="0">
            <a:noFill/>
          </a:ln>
        </p:spPr>
        <p:txBody>
          <a:bodyPr lIns="0" tIns="0" rIns="0" bIns="0"/>
          <a:lstStyle>
            <a:defPPr>
              <a:defRPr sz="2175" b="1">
                <a:solidFill>
                  <a:srgbClr val="245BDD"/>
                </a:solidFill>
                <a:latin typeface="PingFang SC" panose="020B0400000000000000" charset="-122"/>
                <a:ea typeface="PingFang SC" panose="020B0400000000000000" charset="-122"/>
                <a:cs typeface="PingFang SC" panose="020B0400000000000000" charset="-122"/>
              </a:defRPr>
            </a:defPPr>
            <a:lvl1pPr>
              <a:buNone/>
              <a:defRPr sz="2175" b="1">
                <a:solidFill>
                  <a:srgbClr val="245BDD"/>
                </a:solidFill>
                <a:latin typeface="PingFang SC" panose="020B0400000000000000" charset="-122"/>
                <a:ea typeface="PingFang SC" panose="020B0400000000000000" charset="-122"/>
                <a:cs typeface="PingFang SC" panose="020B0400000000000000" charset="-122"/>
              </a:defRPr>
            </a:lvl1pPr>
            <a:lvl2pPr>
              <a:buNone/>
              <a:defRPr sz="2175" b="1">
                <a:solidFill>
                  <a:srgbClr val="245BDD"/>
                </a:solidFill>
                <a:latin typeface="PingFang SC" panose="020B0400000000000000" charset="-122"/>
                <a:ea typeface="PingFang SC" panose="020B0400000000000000" charset="-122"/>
                <a:cs typeface="PingFang SC" panose="020B0400000000000000" charset="-122"/>
              </a:defRPr>
            </a:lvl2pPr>
            <a:lvl3pPr>
              <a:buNone/>
              <a:defRPr sz="2175" b="1">
                <a:solidFill>
                  <a:srgbClr val="245BDD"/>
                </a:solidFill>
                <a:latin typeface="PingFang SC" panose="020B0400000000000000" charset="-122"/>
                <a:ea typeface="PingFang SC" panose="020B0400000000000000" charset="-122"/>
                <a:cs typeface="PingFang SC" panose="020B0400000000000000" charset="-122"/>
              </a:defRPr>
            </a:lvl3pPr>
            <a:lvl4pPr>
              <a:buNone/>
              <a:defRPr sz="2175" b="1">
                <a:solidFill>
                  <a:srgbClr val="245BDD"/>
                </a:solidFill>
                <a:latin typeface="PingFang SC" panose="020B0400000000000000" charset="-122"/>
                <a:ea typeface="PingFang SC" panose="020B0400000000000000" charset="-122"/>
                <a:cs typeface="PingFang SC" panose="020B0400000000000000" charset="-122"/>
              </a:defRPr>
            </a:lvl4pPr>
            <a:lvl5pPr>
              <a:buNone/>
              <a:defRPr sz="2175" b="1">
                <a:solidFill>
                  <a:srgbClr val="245BDD"/>
                </a:solidFill>
                <a:latin typeface="PingFang SC" panose="020B0400000000000000" charset="-122"/>
                <a:ea typeface="PingFang SC" panose="020B0400000000000000" charset="-122"/>
                <a:cs typeface="PingFang SC" panose="020B0400000000000000" charset="-122"/>
              </a:defRPr>
            </a:lvl5pPr>
            <a:lvl6pPr>
              <a:buNone/>
              <a:defRPr sz="2175" b="1">
                <a:solidFill>
                  <a:srgbClr val="245BDD"/>
                </a:solidFill>
                <a:latin typeface="PingFang SC" panose="020B0400000000000000" charset="-122"/>
                <a:ea typeface="PingFang SC" panose="020B0400000000000000" charset="-122"/>
                <a:cs typeface="PingFang SC" panose="020B0400000000000000" charset="-122"/>
              </a:defRPr>
            </a:lvl6pPr>
            <a:lvl7pPr>
              <a:buNone/>
              <a:defRPr sz="2175" b="1">
                <a:solidFill>
                  <a:srgbClr val="245BDD"/>
                </a:solidFill>
                <a:latin typeface="PingFang SC" panose="020B0400000000000000" charset="-122"/>
                <a:ea typeface="PingFang SC" panose="020B0400000000000000" charset="-122"/>
                <a:cs typeface="PingFang SC" panose="020B0400000000000000" charset="-122"/>
              </a:defRPr>
            </a:lvl7pPr>
            <a:lvl8pPr>
              <a:buNone/>
              <a:defRPr sz="2175" b="1">
                <a:solidFill>
                  <a:srgbClr val="245BDD"/>
                </a:solidFill>
                <a:latin typeface="PingFang SC" panose="020B0400000000000000" charset="-122"/>
                <a:ea typeface="PingFang SC" panose="020B0400000000000000" charset="-122"/>
                <a:cs typeface="PingFang SC" panose="020B0400000000000000" charset="-122"/>
              </a:defRPr>
            </a:lvl8pPr>
            <a:lvl9pPr>
              <a:buNone/>
              <a:defRPr sz="2175"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175" b="1">
                <a:solidFill>
                  <a:srgbClr val="245BDD"/>
                </a:solidFill>
                <a:latin typeface="PingFang SC" panose="020B0400000000000000" charset="-122"/>
                <a:ea typeface="PingFang SC" panose="020B0400000000000000" charset="-122"/>
                <a:cs typeface="PingFang SC" panose="020B0400000000000000" charset="-122"/>
              </a:defRPr>
            </a:pPr>
            <a:r>
              <a:rPr sz="2175" b="1">
                <a:solidFill>
                  <a:srgbClr val="245BDD"/>
                </a:solidFill>
                <a:latin typeface="PingFang SC" panose="020B0400000000000000" charset="-122"/>
                <a:ea typeface="PingFang SC" panose="020B0400000000000000" charset="-122"/>
                <a:cs typeface="PingFang SC" panose="020B0400000000000000" charset="-122"/>
              </a:rPr>
              <a:t>书籍原文和“发给语音服务的读法”分开保存，修改有记录。</a:t>
            </a:r>
            <a:endParaRPr sz="21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录音转成的文字相同，也不能证明多音字读对了，最终还要听声音</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cxnSp>
        <p:nvCxnSpPr>
          <p:cNvPr id="7" name="直接箭头连接符 6"/>
          <p:cNvCxnSpPr>
            <a:stCxn id="4" idx="3"/>
            <a:endCxn id="5" idx="1"/>
          </p:cNvCxnSpPr>
          <p:nvPr/>
        </p:nvCxnSpPr>
        <p:spPr>
          <a:xfrm>
            <a:off x="7477125" y="2305050"/>
            <a:ext cx="1343025" cy="0"/>
          </a:xfrm>
          <a:prstGeom prst="straightConnector1">
            <a:avLst/>
          </a:prstGeom>
          <a:ln w="23813">
            <a:solidFill>
              <a:srgbClr val="245BDD"/>
            </a:solidFill>
            <a:tailEnd type="triangle" w="med" len="med"/>
          </a:ln>
        </p:spPr>
      </p:cxnSp>
      <p:cxnSp>
        <p:nvCxnSpPr>
          <p:cNvPr id="6" name="直接箭头连接符 5"/>
          <p:cNvCxnSpPr>
            <a:stCxn id="3" idx="3"/>
            <a:endCxn id="4" idx="1"/>
          </p:cNvCxnSpPr>
          <p:nvPr/>
        </p:nvCxnSpPr>
        <p:spPr>
          <a:xfrm>
            <a:off x="3371850" y="2305050"/>
            <a:ext cx="1343025" cy="0"/>
          </a:xfrm>
          <a:prstGeom prst="straightConnector1">
            <a:avLst/>
          </a:prstGeom>
          <a:ln w="23813">
            <a:solidFill>
              <a:srgbClr val="245BDD"/>
            </a:solidFill>
            <a:tailEnd type="triangle" w="med" len="med"/>
          </a:ln>
        </p:spPr>
      </p:cxnSp>
      <p:sp>
        <p:nvSpPr>
          <p:cNvPr id="12" name="矩形 11"/>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怎么做到：每一句都能回到书中核对</a:t>
            </a:r>
            <a:r>
              <a:rPr lang="zh-CN" sz="3300" b="1">
                <a:solidFill>
                  <a:srgbClr val="16243B"/>
                </a:solidFill>
                <a:latin typeface="PingFang SC" panose="020B0400000000000000" charset="-122"/>
                <a:ea typeface="PingFang SC" panose="020B0400000000000000" charset="-122"/>
                <a:cs typeface="PingFang SC" panose="020B0400000000000000" charset="-122"/>
              </a:rPr>
              <a:t>？</a:t>
            </a:r>
            <a:endParaRPr lang="zh-CN"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08</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3" name="矩形 2"/>
          <p:cNvSpPr>
            <a:spLocks noGrp="1"/>
          </p:cNvSpPr>
          <p:nvPr/>
        </p:nvSpPr>
        <p:spPr>
          <a:xfrm>
            <a:off x="609600" y="1847850"/>
            <a:ext cx="2762250" cy="91440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模型先判断</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这句是谁在说</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4714875" y="1847850"/>
            <a:ext cx="2762250" cy="91440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程序对照原文</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检查有没有漏字或改字</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8820150" y="1847850"/>
            <a:ext cx="2762250" cy="91440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找到人物后</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使用已保存的声音</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8" name="矩形 7"/>
          <p:cNvSpPr>
            <a:spLocks noGrp="1"/>
          </p:cNvSpPr>
          <p:nvPr/>
        </p:nvSpPr>
        <p:spPr>
          <a:xfrm>
            <a:off x="609600" y="3419475"/>
            <a:ext cx="10572750" cy="409575"/>
          </a:xfrm>
          <a:prstGeom prst="rect">
            <a:avLst/>
          </a:prstGeom>
          <a:noFill/>
          <a:ln w="0">
            <a:noFill/>
          </a:ln>
        </p:spPr>
        <p:txBody>
          <a:bodyPr lIns="0" tIns="0" rIns="0" bIns="0"/>
          <a:lstStyle>
            <a:defPPr>
              <a:defRPr sz="2250" b="1">
                <a:solidFill>
                  <a:srgbClr val="245BDD"/>
                </a:solidFill>
                <a:latin typeface="PingFang SC" panose="020B0400000000000000" charset="-122"/>
                <a:ea typeface="PingFang SC" panose="020B0400000000000000" charset="-122"/>
                <a:cs typeface="PingFang SC" panose="020B0400000000000000" charset="-122"/>
              </a:defRPr>
            </a:defPPr>
            <a:lvl1pPr>
              <a:buNone/>
              <a:defRPr sz="22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2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2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2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2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2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2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2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2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250" b="1">
                <a:solidFill>
                  <a:srgbClr val="245BDD"/>
                </a:solidFill>
                <a:latin typeface="PingFang SC" panose="020B0400000000000000" charset="-122"/>
                <a:ea typeface="PingFang SC" panose="020B0400000000000000" charset="-122"/>
                <a:cs typeface="PingFang SC" panose="020B0400000000000000" charset="-122"/>
              </a:defRPr>
            </a:pPr>
            <a:r>
              <a:rPr sz="2250" b="1">
                <a:solidFill>
                  <a:srgbClr val="245BDD"/>
                </a:solidFill>
                <a:latin typeface="PingFang SC" panose="020B0400000000000000" charset="-122"/>
                <a:ea typeface="PingFang SC" panose="020B0400000000000000" charset="-122"/>
                <a:cs typeface="PingFang SC" panose="020B0400000000000000" charset="-122"/>
              </a:rPr>
              <a:t>每一段都记住它在原书中的位置</a:t>
            </a:r>
            <a:endParaRPr sz="22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9" name="矩形 8"/>
          <p:cNvSpPr>
            <a:spLocks noGrp="1"/>
          </p:cNvSpPr>
          <p:nvPr/>
        </p:nvSpPr>
        <p:spPr>
          <a:xfrm>
            <a:off x="609600" y="3886200"/>
            <a:ext cx="10572750" cy="952500"/>
          </a:xfrm>
          <a:prstGeom prst="rect">
            <a:avLst/>
          </a:prstGeom>
          <a:noFill/>
          <a:ln w="0">
            <a:noFill/>
          </a:ln>
        </p:spPr>
        <p:txBody>
          <a:bodyPr lIns="0" tIns="0" rIns="0" bIns="0"/>
          <a:lstStyle>
            <a:defPPr>
              <a:defRPr sz="2100" b="0">
                <a:solidFill>
                  <a:srgbClr val="53627A"/>
                </a:solidFill>
                <a:latin typeface="PingFang SC" panose="020B0400000000000000" charset="-122"/>
                <a:ea typeface="PingFang SC" panose="020B0400000000000000" charset="-122"/>
                <a:cs typeface="PingFang SC" panose="020B0400000000000000" charset="-122"/>
              </a:defRPr>
            </a:defPPr>
            <a:lvl1pPr>
              <a:buNone/>
              <a:defRPr sz="2100" b="0">
                <a:solidFill>
                  <a:srgbClr val="53627A"/>
                </a:solidFill>
                <a:latin typeface="PingFang SC" panose="020B0400000000000000" charset="-122"/>
                <a:ea typeface="PingFang SC" panose="020B0400000000000000" charset="-122"/>
                <a:cs typeface="PingFang SC" panose="020B0400000000000000" charset="-122"/>
              </a:defRPr>
            </a:lvl1pPr>
            <a:lvl2pPr>
              <a:buNone/>
              <a:defRPr sz="2100" b="0">
                <a:solidFill>
                  <a:srgbClr val="53627A"/>
                </a:solidFill>
                <a:latin typeface="PingFang SC" panose="020B0400000000000000" charset="-122"/>
                <a:ea typeface="PingFang SC" panose="020B0400000000000000" charset="-122"/>
                <a:cs typeface="PingFang SC" panose="020B0400000000000000" charset="-122"/>
              </a:defRPr>
            </a:lvl2pPr>
            <a:lvl3pPr>
              <a:buNone/>
              <a:defRPr sz="2100" b="0">
                <a:solidFill>
                  <a:srgbClr val="53627A"/>
                </a:solidFill>
                <a:latin typeface="PingFang SC" panose="020B0400000000000000" charset="-122"/>
                <a:ea typeface="PingFang SC" panose="020B0400000000000000" charset="-122"/>
                <a:cs typeface="PingFang SC" panose="020B0400000000000000" charset="-122"/>
              </a:defRPr>
            </a:lvl3pPr>
            <a:lvl4pPr>
              <a:buNone/>
              <a:defRPr sz="2100" b="0">
                <a:solidFill>
                  <a:srgbClr val="53627A"/>
                </a:solidFill>
                <a:latin typeface="PingFang SC" panose="020B0400000000000000" charset="-122"/>
                <a:ea typeface="PingFang SC" panose="020B0400000000000000" charset="-122"/>
                <a:cs typeface="PingFang SC" panose="020B0400000000000000" charset="-122"/>
              </a:defRPr>
            </a:lvl4pPr>
            <a:lvl5pPr>
              <a:buNone/>
              <a:defRPr sz="2100" b="0">
                <a:solidFill>
                  <a:srgbClr val="53627A"/>
                </a:solidFill>
                <a:latin typeface="PingFang SC" panose="020B0400000000000000" charset="-122"/>
                <a:ea typeface="PingFang SC" panose="020B0400000000000000" charset="-122"/>
                <a:cs typeface="PingFang SC" panose="020B0400000000000000" charset="-122"/>
              </a:defRPr>
            </a:lvl5pPr>
            <a:lvl6pPr>
              <a:buNone/>
              <a:defRPr sz="2100" b="0">
                <a:solidFill>
                  <a:srgbClr val="53627A"/>
                </a:solidFill>
                <a:latin typeface="PingFang SC" panose="020B0400000000000000" charset="-122"/>
                <a:ea typeface="PingFang SC" panose="020B0400000000000000" charset="-122"/>
                <a:cs typeface="PingFang SC" panose="020B0400000000000000" charset="-122"/>
              </a:defRPr>
            </a:lvl6pPr>
            <a:lvl7pPr>
              <a:buNone/>
              <a:defRPr sz="2100" b="0">
                <a:solidFill>
                  <a:srgbClr val="53627A"/>
                </a:solidFill>
                <a:latin typeface="PingFang SC" panose="020B0400000000000000" charset="-122"/>
                <a:ea typeface="PingFang SC" panose="020B0400000000000000" charset="-122"/>
                <a:cs typeface="PingFang SC" panose="020B0400000000000000" charset="-122"/>
              </a:defRPr>
            </a:lvl7pPr>
            <a:lvl8pPr>
              <a:buNone/>
              <a:defRPr sz="2100" b="0">
                <a:solidFill>
                  <a:srgbClr val="53627A"/>
                </a:solidFill>
                <a:latin typeface="PingFang SC" panose="020B0400000000000000" charset="-122"/>
                <a:ea typeface="PingFang SC" panose="020B0400000000000000" charset="-122"/>
                <a:cs typeface="PingFang SC" panose="020B0400000000000000" charset="-122"/>
              </a:defRPr>
            </a:lvl8pPr>
            <a:lvl9pPr>
              <a:buNone/>
              <a:defRPr sz="210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2100" b="0">
                <a:solidFill>
                  <a:srgbClr val="53627A"/>
                </a:solidFill>
                <a:latin typeface="PingFang SC" panose="020B0400000000000000" charset="-122"/>
                <a:ea typeface="PingFang SC" panose="020B0400000000000000" charset="-122"/>
                <a:cs typeface="PingFang SC" panose="020B0400000000000000" charset="-122"/>
              </a:defRPr>
            </a:pPr>
            <a:r>
              <a:rPr sz="2100" b="0">
                <a:solidFill>
                  <a:srgbClr val="53627A"/>
                </a:solidFill>
                <a:latin typeface="PingFang SC" panose="020B0400000000000000" charset="-122"/>
                <a:ea typeface="PingFang SC" panose="020B0400000000000000" charset="-122"/>
                <a:cs typeface="PingFang SC" panose="020B0400000000000000" charset="-122"/>
              </a:rPr>
              <a:t>把所有小段拼回去，要能对应完整章节。</a:t>
            </a:r>
            <a:endParaRPr sz="2100" b="0">
              <a:solidFill>
                <a:srgbClr val="53627A"/>
              </a:solidFill>
              <a:latin typeface="PingFang SC" panose="020B0400000000000000" charset="-122"/>
              <a:ea typeface="PingFang SC" panose="020B0400000000000000" charset="-122"/>
              <a:cs typeface="PingFang SC" panose="020B0400000000000000" charset="-122"/>
            </a:endParaRPr>
          </a:p>
          <a:p>
            <a:pPr>
              <a:buNone/>
              <a:defRPr sz="2100" b="0">
                <a:solidFill>
                  <a:srgbClr val="53627A"/>
                </a:solidFill>
                <a:latin typeface="PingFang SC" panose="020B0400000000000000" charset="-122"/>
                <a:ea typeface="PingFang SC" panose="020B0400000000000000" charset="-122"/>
                <a:cs typeface="PingFang SC" panose="020B0400000000000000" charset="-122"/>
              </a:defRPr>
            </a:pPr>
            <a:r>
              <a:rPr sz="2100" b="0">
                <a:solidFill>
                  <a:srgbClr val="53627A"/>
                </a:solidFill>
                <a:latin typeface="PingFang SC" panose="020B0400000000000000" charset="-122"/>
                <a:ea typeface="PingFang SC" panose="020B0400000000000000" charset="-122"/>
                <a:cs typeface="PingFang SC" panose="020B0400000000000000" charset="-122"/>
              </a:rPr>
              <a:t>判断讲述者时，还要留下书里的原句，让人能检查理由。</a:t>
            </a:r>
            <a:endParaRPr sz="2100"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10" name="矩形 9"/>
          <p:cNvSpPr>
            <a:spLocks noGrp="1"/>
          </p:cNvSpPr>
          <p:nvPr/>
        </p:nvSpPr>
        <p:spPr>
          <a:xfrm>
            <a:off x="609600" y="5124450"/>
            <a:ext cx="10858500" cy="523875"/>
          </a:xfrm>
          <a:prstGeom prst="rect">
            <a:avLst/>
          </a:prstGeom>
          <a:noFill/>
          <a:ln w="0">
            <a:noFill/>
          </a:ln>
        </p:spPr>
        <p:txBody>
          <a:bodyPr lIns="0" tIns="0" rIns="0" bIns="0"/>
          <a:lstStyle>
            <a:defPPr>
              <a:defRPr sz="2250" b="1">
                <a:solidFill>
                  <a:srgbClr val="245BDD"/>
                </a:solidFill>
                <a:latin typeface="PingFang SC" panose="020B0400000000000000" charset="-122"/>
                <a:ea typeface="PingFang SC" panose="020B0400000000000000" charset="-122"/>
                <a:cs typeface="PingFang SC" panose="020B0400000000000000" charset="-122"/>
              </a:defRPr>
            </a:defPPr>
            <a:lvl1pPr>
              <a:buNone/>
              <a:defRPr sz="22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2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2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2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2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2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2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2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2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250" b="1">
                <a:solidFill>
                  <a:srgbClr val="245BDD"/>
                </a:solidFill>
                <a:latin typeface="PingFang SC" panose="020B0400000000000000" charset="-122"/>
                <a:ea typeface="PingFang SC" panose="020B0400000000000000" charset="-122"/>
                <a:cs typeface="PingFang SC" panose="020B0400000000000000" charset="-122"/>
              </a:defRPr>
            </a:pPr>
            <a:r>
              <a:rPr sz="2250" b="1">
                <a:solidFill>
                  <a:srgbClr val="245BDD"/>
                </a:solidFill>
                <a:latin typeface="PingFang SC" panose="020B0400000000000000" charset="-122"/>
                <a:ea typeface="PingFang SC" panose="020B0400000000000000" charset="-122"/>
                <a:cs typeface="PingFang SC" panose="020B0400000000000000" charset="-122"/>
              </a:rPr>
              <a:t>找不到可靠依据时，先用普通旁白，并标出“需要复核”。</a:t>
            </a:r>
            <a:endParaRPr sz="22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11" name="矩形 10"/>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程序可以检查有没有漏字，但“到底是谁在说”仍可能需要人来确认</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sp>
        <p:nvSpPr>
          <p:cNvPr id="6" name="矩形 5"/>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lang="zh-CN" sz="3300" b="1">
                <a:solidFill>
                  <a:srgbClr val="16243B"/>
                </a:solidFill>
                <a:latin typeface="PingFang SC" panose="020B0400000000000000" charset="-122"/>
                <a:ea typeface="PingFang SC" panose="020B0400000000000000" charset="-122"/>
                <a:cs typeface="PingFang SC" panose="020B0400000000000000" charset="-122"/>
              </a:rPr>
              <a:t>两</a:t>
            </a:r>
            <a:r>
              <a:rPr sz="3300" b="1">
                <a:solidFill>
                  <a:srgbClr val="16243B"/>
                </a:solidFill>
                <a:latin typeface="PingFang SC" panose="020B0400000000000000" charset="-122"/>
                <a:ea typeface="PingFang SC" panose="020B0400000000000000" charset="-122"/>
                <a:cs typeface="PingFang SC" panose="020B0400000000000000" charset="-122"/>
              </a:rPr>
              <a:t>个创新方向，分别解决什么问题</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06</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graphicFrame>
        <p:nvGraphicFramePr>
          <p:cNvPr id="3" name="表格 2"/>
          <p:cNvGraphicFramePr/>
          <p:nvPr/>
        </p:nvGraphicFramePr>
        <p:xfrm>
          <a:off x="609600" y="1714500"/>
          <a:ext cx="10972800" cy="2894965"/>
        </p:xfrm>
        <a:graphic>
          <a:graphicData uri="http://schemas.openxmlformats.org/drawingml/2006/table">
            <a:tbl>
              <a:tblPr/>
              <a:tblGrid>
                <a:gridCol w="2571750"/>
                <a:gridCol w="4362450"/>
                <a:gridCol w="4038600"/>
              </a:tblGrid>
              <a:tr h="842963">
                <a:tc>
                  <a:txBody>
                    <a:bodyPr/>
                    <a:lstStyle/>
                    <a:p>
                      <a:r>
                        <a:rPr sz="1800" b="1">
                          <a:solidFill>
                            <a:srgbClr val="245BDD"/>
                          </a:solidFill>
                          <a:latin typeface="PingFang SC" panose="020B0400000000000000" charset="-122"/>
                          <a:ea typeface="PingFang SC" panose="020B0400000000000000" charset="-122"/>
                          <a:cs typeface="PingFang SC" panose="020B0400000000000000" charset="-122"/>
                        </a:rPr>
                        <a:t>改进方向</a:t>
                      </a:r>
                      <a:endParaRPr sz="1800" b="1">
                        <a:solidFill>
                          <a:srgbClr val="245BDD"/>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800" b="1">
                          <a:solidFill>
                            <a:srgbClr val="245BDD"/>
                          </a:solidFill>
                          <a:latin typeface="PingFang SC" panose="020B0400000000000000" charset="-122"/>
                          <a:ea typeface="PingFang SC" panose="020B0400000000000000" charset="-122"/>
                          <a:cs typeface="PingFang SC" panose="020B0400000000000000" charset="-122"/>
                        </a:rPr>
                        <a:t>项目中遇到的具体问题</a:t>
                      </a:r>
                      <a:endParaRPr sz="1800"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800" b="1">
                          <a:solidFill>
                            <a:srgbClr val="245BDD"/>
                          </a:solidFill>
                          <a:latin typeface="PingFang SC" panose="020B0400000000000000" charset="-122"/>
                          <a:ea typeface="PingFang SC" panose="020B0400000000000000" charset="-122"/>
                          <a:cs typeface="PingFang SC" panose="020B0400000000000000" charset="-122"/>
                        </a:rPr>
                        <a:t>我们的做法</a:t>
                      </a:r>
                      <a:endParaRPr sz="1800"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r>
              <a:tr h="842963">
                <a:tc>
                  <a:txBody>
                    <a:bodyPr/>
                    <a:lstStyle/>
                    <a:p>
                      <a:r>
                        <a:rPr sz="1800" b="0">
                          <a:solidFill>
                            <a:srgbClr val="16243B"/>
                          </a:solidFill>
                          <a:latin typeface="PingFang SC" panose="020B0400000000000000" charset="-122"/>
                          <a:ea typeface="PingFang SC" panose="020B0400000000000000" charset="-122"/>
                          <a:cs typeface="PingFang SC" panose="020B0400000000000000" charset="-122"/>
                        </a:rPr>
                        <a:t>经常对话的人，</a:t>
                      </a:r>
                      <a:endParaRPr sz="1800" b="0">
                        <a:solidFill>
                          <a:srgbClr val="16243B"/>
                        </a:solidFill>
                        <a:latin typeface="PingFang SC" panose="020B0400000000000000" charset="-122"/>
                        <a:ea typeface="PingFang SC" panose="020B0400000000000000" charset="-122"/>
                        <a:cs typeface="PingFang SC" panose="020B0400000000000000" charset="-122"/>
                      </a:endParaRPr>
                    </a:p>
                    <a:p>
                      <a:r>
                        <a:rPr sz="1800" b="0">
                          <a:solidFill>
                            <a:srgbClr val="16243B"/>
                          </a:solidFill>
                          <a:latin typeface="PingFang SC" panose="020B0400000000000000" charset="-122"/>
                          <a:ea typeface="PingFang SC" panose="020B0400000000000000" charset="-122"/>
                          <a:cs typeface="PingFang SC" panose="020B0400000000000000" charset="-122"/>
                        </a:rPr>
                        <a:t>声音尽量不同</a:t>
                      </a:r>
                      <a:endParaRPr sz="1800"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800" b="0">
                          <a:solidFill>
                            <a:srgbClr val="16243B"/>
                          </a:solidFill>
                          <a:latin typeface="PingFang SC" panose="020B0400000000000000" charset="-122"/>
                          <a:ea typeface="PingFang SC" panose="020B0400000000000000" charset="-122"/>
                          <a:cs typeface="PingFang SC" panose="020B0400000000000000" charset="-122"/>
                        </a:rPr>
                        <a:t>试用的合格英语声音只有两个，</a:t>
                      </a:r>
                      <a:endParaRPr sz="1800" b="0">
                        <a:solidFill>
                          <a:srgbClr val="16243B"/>
                        </a:solidFill>
                        <a:latin typeface="PingFang SC" panose="020B0400000000000000" charset="-122"/>
                        <a:ea typeface="PingFang SC" panose="020B0400000000000000" charset="-122"/>
                        <a:cs typeface="PingFang SC" panose="020B0400000000000000" charset="-122"/>
                      </a:endParaRPr>
                    </a:p>
                    <a:p>
                      <a:r>
                        <a:rPr sz="1800" b="0">
                          <a:solidFill>
                            <a:srgbClr val="16243B"/>
                          </a:solidFill>
                          <a:latin typeface="PingFang SC" panose="020B0400000000000000" charset="-122"/>
                          <a:ea typeface="PingFang SC" panose="020B0400000000000000" charset="-122"/>
                          <a:cs typeface="PingFang SC" panose="020B0400000000000000" charset="-122"/>
                        </a:rPr>
                        <a:t>给旁白留一个后，角色声音不够</a:t>
                      </a:r>
                      <a:endParaRPr sz="1800"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c>
                  <a:txBody>
                    <a:bodyPr/>
                    <a:lstStyle/>
                    <a:p>
                      <a:r>
                        <a:rPr sz="1800" b="0">
                          <a:solidFill>
                            <a:srgbClr val="16243B"/>
                          </a:solidFill>
                          <a:latin typeface="PingFang SC" panose="020B0400000000000000" charset="-122"/>
                          <a:ea typeface="PingFang SC" panose="020B0400000000000000" charset="-122"/>
                          <a:cs typeface="PingFang SC" panose="020B0400000000000000" charset="-122"/>
                        </a:rPr>
                        <a:t>常对话的人优先用不同声音，</a:t>
                      </a:r>
                      <a:endParaRPr sz="1800" b="0">
                        <a:solidFill>
                          <a:srgbClr val="16243B"/>
                        </a:solidFill>
                        <a:latin typeface="PingFang SC" panose="020B0400000000000000" charset="-122"/>
                        <a:ea typeface="PingFang SC" panose="020B0400000000000000" charset="-122"/>
                        <a:cs typeface="PingFang SC" panose="020B0400000000000000" charset="-122"/>
                      </a:endParaRPr>
                    </a:p>
                    <a:p>
                      <a:r>
                        <a:rPr sz="1800" b="0">
                          <a:solidFill>
                            <a:srgbClr val="16243B"/>
                          </a:solidFill>
                          <a:latin typeface="PingFang SC" panose="020B0400000000000000" charset="-122"/>
                          <a:ea typeface="PingFang SC" panose="020B0400000000000000" charset="-122"/>
                          <a:cs typeface="PingFang SC" panose="020B0400000000000000" charset="-122"/>
                        </a:rPr>
                        <a:t>不够时用固定描述补充</a:t>
                      </a:r>
                      <a:endParaRPr sz="1800"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r h="842963">
                <a:tc>
                  <a:txBody>
                    <a:bodyPr/>
                    <a:lstStyle/>
                    <a:p>
                      <a:r>
                        <a:rPr sz="1800" b="0">
                          <a:solidFill>
                            <a:srgbClr val="16243B"/>
                          </a:solidFill>
                          <a:latin typeface="PingFang SC" panose="020B0400000000000000" charset="-122"/>
                          <a:ea typeface="PingFang SC" panose="020B0400000000000000" charset="-122"/>
                          <a:cs typeface="PingFang SC" panose="020B0400000000000000" charset="-122"/>
                        </a:rPr>
                        <a:t>哪里读错，</a:t>
                      </a:r>
                      <a:endParaRPr sz="1800" b="0">
                        <a:solidFill>
                          <a:srgbClr val="16243B"/>
                        </a:solidFill>
                        <a:latin typeface="PingFang SC" panose="020B0400000000000000" charset="-122"/>
                        <a:ea typeface="PingFang SC" panose="020B0400000000000000" charset="-122"/>
                        <a:cs typeface="PingFang SC" panose="020B0400000000000000" charset="-122"/>
                      </a:endParaRPr>
                    </a:p>
                    <a:p>
                      <a:r>
                        <a:rPr sz="1800" b="0">
                          <a:solidFill>
                            <a:srgbClr val="16243B"/>
                          </a:solidFill>
                          <a:latin typeface="PingFang SC" panose="020B0400000000000000" charset="-122"/>
                          <a:ea typeface="PingFang SC" panose="020B0400000000000000" charset="-122"/>
                          <a:cs typeface="PingFang SC" panose="020B0400000000000000" charset="-122"/>
                        </a:rPr>
                        <a:t>就优先修哪里</a:t>
                      </a:r>
                      <a:endParaRPr sz="1800"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00" b="0">
                          <a:solidFill>
                            <a:srgbClr val="16243B"/>
                          </a:solidFill>
                          <a:latin typeface="PingFang SC" panose="020B0400000000000000" charset="-122"/>
                          <a:ea typeface="PingFang SC" panose="020B0400000000000000" charset="-122"/>
                          <a:cs typeface="PingFang SC" panose="020B0400000000000000" charset="-122"/>
                        </a:rPr>
                        <a:t>R039 读完又重复，</a:t>
                      </a:r>
                      <a:endParaRPr sz="1800" b="0">
                        <a:solidFill>
                          <a:srgbClr val="16243B"/>
                        </a:solidFill>
                        <a:latin typeface="PingFang SC" panose="020B0400000000000000" charset="-122"/>
                        <a:ea typeface="PingFang SC" panose="020B0400000000000000" charset="-122"/>
                        <a:cs typeface="PingFang SC" panose="020B0400000000000000" charset="-122"/>
                      </a:endParaRPr>
                    </a:p>
                    <a:p>
                      <a:r>
                        <a:rPr sz="1800" b="0">
                          <a:solidFill>
                            <a:srgbClr val="16243B"/>
                          </a:solidFill>
                          <a:latin typeface="PingFang SC" panose="020B0400000000000000" charset="-122"/>
                          <a:ea typeface="PingFang SC" panose="020B0400000000000000" charset="-122"/>
                          <a:cs typeface="PingFang SC" panose="020B0400000000000000" charset="-122"/>
                        </a:rPr>
                        <a:t>J076 两句话之间停得太久</a:t>
                      </a:r>
                      <a:endParaRPr sz="1800"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800" b="0">
                          <a:solidFill>
                            <a:srgbClr val="16243B"/>
                          </a:solidFill>
                          <a:latin typeface="PingFang SC" panose="020B0400000000000000" charset="-122"/>
                          <a:ea typeface="PingFang SC" panose="020B0400000000000000" charset="-122"/>
                          <a:cs typeface="PingFang SC" panose="020B0400000000000000" charset="-122"/>
                        </a:rPr>
                        <a:t>只处理问题段，</a:t>
                      </a:r>
                      <a:endParaRPr sz="1800" b="0">
                        <a:solidFill>
                          <a:srgbClr val="16243B"/>
                        </a:solidFill>
                        <a:latin typeface="PingFang SC" panose="020B0400000000000000" charset="-122"/>
                        <a:ea typeface="PingFang SC" panose="020B0400000000000000" charset="-122"/>
                        <a:cs typeface="PingFang SC" panose="020B0400000000000000" charset="-122"/>
                      </a:endParaRPr>
                    </a:p>
                    <a:p>
                      <a:r>
                        <a:rPr sz="1800" b="0">
                          <a:solidFill>
                            <a:srgbClr val="16243B"/>
                          </a:solidFill>
                          <a:latin typeface="PingFang SC" panose="020B0400000000000000" charset="-122"/>
                          <a:ea typeface="PingFang SC" panose="020B0400000000000000" charset="-122"/>
                          <a:cs typeface="PingFang SC" panose="020B0400000000000000" charset="-122"/>
                        </a:rPr>
                        <a:t>再检查前后句有没有受影响</a:t>
                      </a:r>
                      <a:endParaRPr sz="1800"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bl>
          </a:graphicData>
        </a:graphic>
      </p:graphicFrame>
      <p:sp>
        <p:nvSpPr>
          <p:cNvPr id="4" name="矩形 3"/>
          <p:cNvSpPr>
            <a:spLocks noGrp="1"/>
          </p:cNvSpPr>
          <p:nvPr/>
        </p:nvSpPr>
        <p:spPr>
          <a:xfrm>
            <a:off x="609600" y="5343525"/>
            <a:ext cx="10953750" cy="533400"/>
          </a:xfrm>
          <a:prstGeom prst="rect">
            <a:avLst/>
          </a:prstGeom>
          <a:noFill/>
          <a:ln w="0">
            <a:noFill/>
          </a:ln>
        </p:spPr>
        <p:txBody>
          <a:bodyPr lIns="0" tIns="0" rIns="0" bIns="0"/>
          <a:lstStyle>
            <a:defPPr>
              <a:defRPr sz="2175" b="1">
                <a:solidFill>
                  <a:srgbClr val="245BDD"/>
                </a:solidFill>
                <a:latin typeface="PingFang SC" panose="020B0400000000000000" charset="-122"/>
                <a:ea typeface="PingFang SC" panose="020B0400000000000000" charset="-122"/>
                <a:cs typeface="PingFang SC" panose="020B0400000000000000" charset="-122"/>
              </a:defRPr>
            </a:defPPr>
            <a:lvl1pPr>
              <a:buNone/>
              <a:defRPr sz="2175" b="1">
                <a:solidFill>
                  <a:srgbClr val="245BDD"/>
                </a:solidFill>
                <a:latin typeface="PingFang SC" panose="020B0400000000000000" charset="-122"/>
                <a:ea typeface="PingFang SC" panose="020B0400000000000000" charset="-122"/>
                <a:cs typeface="PingFang SC" panose="020B0400000000000000" charset="-122"/>
              </a:defRPr>
            </a:lvl1pPr>
            <a:lvl2pPr>
              <a:buNone/>
              <a:defRPr sz="2175" b="1">
                <a:solidFill>
                  <a:srgbClr val="245BDD"/>
                </a:solidFill>
                <a:latin typeface="PingFang SC" panose="020B0400000000000000" charset="-122"/>
                <a:ea typeface="PingFang SC" panose="020B0400000000000000" charset="-122"/>
                <a:cs typeface="PingFang SC" panose="020B0400000000000000" charset="-122"/>
              </a:defRPr>
            </a:lvl2pPr>
            <a:lvl3pPr>
              <a:buNone/>
              <a:defRPr sz="2175" b="1">
                <a:solidFill>
                  <a:srgbClr val="245BDD"/>
                </a:solidFill>
                <a:latin typeface="PingFang SC" panose="020B0400000000000000" charset="-122"/>
                <a:ea typeface="PingFang SC" panose="020B0400000000000000" charset="-122"/>
                <a:cs typeface="PingFang SC" panose="020B0400000000000000" charset="-122"/>
              </a:defRPr>
            </a:lvl3pPr>
            <a:lvl4pPr>
              <a:buNone/>
              <a:defRPr sz="2175" b="1">
                <a:solidFill>
                  <a:srgbClr val="245BDD"/>
                </a:solidFill>
                <a:latin typeface="PingFang SC" panose="020B0400000000000000" charset="-122"/>
                <a:ea typeface="PingFang SC" panose="020B0400000000000000" charset="-122"/>
                <a:cs typeface="PingFang SC" panose="020B0400000000000000" charset="-122"/>
              </a:defRPr>
            </a:lvl4pPr>
            <a:lvl5pPr>
              <a:buNone/>
              <a:defRPr sz="2175" b="1">
                <a:solidFill>
                  <a:srgbClr val="245BDD"/>
                </a:solidFill>
                <a:latin typeface="PingFang SC" panose="020B0400000000000000" charset="-122"/>
                <a:ea typeface="PingFang SC" panose="020B0400000000000000" charset="-122"/>
                <a:cs typeface="PingFang SC" panose="020B0400000000000000" charset="-122"/>
              </a:defRPr>
            </a:lvl5pPr>
            <a:lvl6pPr>
              <a:buNone/>
              <a:defRPr sz="2175" b="1">
                <a:solidFill>
                  <a:srgbClr val="245BDD"/>
                </a:solidFill>
                <a:latin typeface="PingFang SC" panose="020B0400000000000000" charset="-122"/>
                <a:ea typeface="PingFang SC" panose="020B0400000000000000" charset="-122"/>
                <a:cs typeface="PingFang SC" panose="020B0400000000000000" charset="-122"/>
              </a:defRPr>
            </a:lvl6pPr>
            <a:lvl7pPr>
              <a:buNone/>
              <a:defRPr sz="2175" b="1">
                <a:solidFill>
                  <a:srgbClr val="245BDD"/>
                </a:solidFill>
                <a:latin typeface="PingFang SC" panose="020B0400000000000000" charset="-122"/>
                <a:ea typeface="PingFang SC" panose="020B0400000000000000" charset="-122"/>
                <a:cs typeface="PingFang SC" panose="020B0400000000000000" charset="-122"/>
              </a:defRPr>
            </a:lvl7pPr>
            <a:lvl8pPr>
              <a:buNone/>
              <a:defRPr sz="2175" b="1">
                <a:solidFill>
                  <a:srgbClr val="245BDD"/>
                </a:solidFill>
                <a:latin typeface="PingFang SC" panose="020B0400000000000000" charset="-122"/>
                <a:ea typeface="PingFang SC" panose="020B0400000000000000" charset="-122"/>
                <a:cs typeface="PingFang SC" panose="020B0400000000000000" charset="-122"/>
              </a:defRPr>
            </a:lvl8pPr>
            <a:lvl9pPr>
              <a:buNone/>
              <a:defRPr sz="2175"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175" b="1">
                <a:solidFill>
                  <a:srgbClr val="245BDD"/>
                </a:solidFill>
                <a:latin typeface="PingFang SC" panose="020B0400000000000000" charset="-122"/>
                <a:ea typeface="PingFang SC" panose="020B0400000000000000" charset="-122"/>
                <a:cs typeface="PingFang SC" panose="020B0400000000000000" charset="-122"/>
              </a:defRPr>
            </a:pPr>
            <a:r>
              <a:rPr sz="2175" b="1">
                <a:solidFill>
                  <a:srgbClr val="245BDD"/>
                </a:solidFill>
                <a:latin typeface="PingFang SC" panose="020B0400000000000000" charset="-122"/>
                <a:ea typeface="PingFang SC" panose="020B0400000000000000" charset="-122"/>
                <a:cs typeface="PingFang SC" panose="020B0400000000000000" charset="-122"/>
              </a:rPr>
              <a:t>共同目标：少弄错说话的人，少重复生成，少让人反复试听</a:t>
            </a:r>
            <a:endParaRPr sz="21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已有文字归属修正和音频修复案例，声音分配是否更好认仍需听众比较</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cxnSp>
        <p:nvCxnSpPr>
          <p:cNvPr id="9" name="直接箭头连接符 8"/>
          <p:cNvCxnSpPr>
            <a:stCxn id="6" idx="3"/>
            <a:endCxn id="7" idx="1"/>
          </p:cNvCxnSpPr>
          <p:nvPr/>
        </p:nvCxnSpPr>
        <p:spPr>
          <a:xfrm>
            <a:off x="7620000" y="3962400"/>
            <a:ext cx="914400" cy="0"/>
          </a:xfrm>
          <a:prstGeom prst="straightConnector1">
            <a:avLst/>
          </a:prstGeom>
          <a:ln w="23813">
            <a:solidFill>
              <a:srgbClr val="245BDD"/>
            </a:solidFill>
            <a:tailEnd type="triangle" w="med" len="med"/>
          </a:ln>
        </p:spPr>
      </p:cxnSp>
      <p:cxnSp>
        <p:nvCxnSpPr>
          <p:cNvPr id="8" name="直接箭头连接符 7"/>
          <p:cNvCxnSpPr>
            <a:stCxn id="5" idx="3"/>
            <a:endCxn id="6" idx="1"/>
          </p:cNvCxnSpPr>
          <p:nvPr/>
        </p:nvCxnSpPr>
        <p:spPr>
          <a:xfrm>
            <a:off x="3657600" y="3962400"/>
            <a:ext cx="914400" cy="0"/>
          </a:xfrm>
          <a:prstGeom prst="straightConnector1">
            <a:avLst/>
          </a:prstGeom>
          <a:ln w="23813">
            <a:solidFill>
              <a:srgbClr val="245BDD"/>
            </a:solidFill>
            <a:tailEnd type="triangle" w="med" len="med"/>
          </a:ln>
        </p:spPr>
      </p:cxnSp>
      <p:sp>
        <p:nvSpPr>
          <p:cNvPr id="12" name="矩形 11"/>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创新</a:t>
            </a:r>
            <a:r>
              <a:rPr lang="zh-CN" sz="3300" b="1">
                <a:solidFill>
                  <a:srgbClr val="16243B"/>
                </a:solidFill>
                <a:latin typeface="PingFang SC" panose="020B0400000000000000" charset="-122"/>
                <a:ea typeface="PingFang SC" panose="020B0400000000000000" charset="-122"/>
                <a:cs typeface="PingFang SC" panose="020B0400000000000000" charset="-122"/>
              </a:rPr>
              <a:t>一</a:t>
            </a:r>
            <a:r>
              <a:rPr sz="3300" b="1">
                <a:solidFill>
                  <a:srgbClr val="16243B"/>
                </a:solidFill>
                <a:latin typeface="PingFang SC" panose="020B0400000000000000" charset="-122"/>
                <a:ea typeface="PingFang SC" panose="020B0400000000000000" charset="-122"/>
                <a:cs typeface="PingFang SC" panose="020B0400000000000000" charset="-122"/>
              </a:rPr>
              <a:t>：经常对话的人，声音尽量不同</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11</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3" name="矩形 2"/>
          <p:cNvSpPr>
            <a:spLocks noGrp="1"/>
          </p:cNvSpPr>
          <p:nvPr/>
        </p:nvSpPr>
        <p:spPr>
          <a:xfrm>
            <a:off x="609600" y="1619250"/>
            <a:ext cx="10668000" cy="409575"/>
          </a:xfrm>
          <a:prstGeom prst="rect">
            <a:avLst/>
          </a:prstGeom>
          <a:noFill/>
          <a:ln w="0">
            <a:noFill/>
          </a:ln>
        </p:spPr>
        <p:txBody>
          <a:bodyPr lIns="0" tIns="0" rIns="0" bIns="0"/>
          <a:lstStyle>
            <a:defPPr>
              <a:defRPr sz="2250" b="1">
                <a:solidFill>
                  <a:srgbClr val="245BDD"/>
                </a:solidFill>
                <a:latin typeface="PingFang SC" panose="020B0400000000000000" charset="-122"/>
                <a:ea typeface="PingFang SC" panose="020B0400000000000000" charset="-122"/>
                <a:cs typeface="PingFang SC" panose="020B0400000000000000" charset="-122"/>
              </a:defRPr>
            </a:defPPr>
            <a:lvl1pPr>
              <a:buNone/>
              <a:defRPr sz="22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2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2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2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2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2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2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2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2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250" b="1">
                <a:solidFill>
                  <a:srgbClr val="245BDD"/>
                </a:solidFill>
                <a:latin typeface="PingFang SC" panose="020B0400000000000000" charset="-122"/>
                <a:ea typeface="PingFang SC" panose="020B0400000000000000" charset="-122"/>
                <a:cs typeface="PingFang SC" panose="020B0400000000000000" charset="-122"/>
              </a:defRPr>
            </a:pPr>
            <a:r>
              <a:rPr sz="2250" b="1">
                <a:solidFill>
                  <a:srgbClr val="245BDD"/>
                </a:solidFill>
                <a:latin typeface="PingFang SC" panose="020B0400000000000000" charset="-122"/>
                <a:ea typeface="PingFang SC" panose="020B0400000000000000" charset="-122"/>
                <a:cs typeface="PingFang SC" panose="020B0400000000000000" charset="-122"/>
              </a:rPr>
              <a:t>具体问题</a:t>
            </a:r>
            <a:endParaRPr sz="22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609600" y="2085975"/>
            <a:ext cx="10668000" cy="952500"/>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buNone/>
              <a:defRPr sz="2025" b="0">
                <a:solidFill>
                  <a:srgbClr val="53627A"/>
                </a:solidFill>
                <a:latin typeface="PingFang SC" panose="020B0400000000000000" charset="-122"/>
                <a:ea typeface="PingFang SC" panose="020B0400000000000000" charset="-122"/>
                <a:cs typeface="PingFang SC" panose="020B0400000000000000" charset="-122"/>
              </a:defRPr>
            </a:lvl1pPr>
            <a:lvl2pPr>
              <a:buNone/>
              <a:defRPr sz="2025" b="0">
                <a:solidFill>
                  <a:srgbClr val="53627A"/>
                </a:solidFill>
                <a:latin typeface="PingFang SC" panose="020B0400000000000000" charset="-122"/>
                <a:ea typeface="PingFang SC" panose="020B0400000000000000" charset="-122"/>
                <a:cs typeface="PingFang SC" panose="020B0400000000000000" charset="-122"/>
              </a:defRPr>
            </a:lvl2pPr>
            <a:lvl3pPr>
              <a:buNone/>
              <a:defRPr sz="2025" b="0">
                <a:solidFill>
                  <a:srgbClr val="53627A"/>
                </a:solidFill>
                <a:latin typeface="PingFang SC" panose="020B0400000000000000" charset="-122"/>
                <a:ea typeface="PingFang SC" panose="020B0400000000000000" charset="-122"/>
                <a:cs typeface="PingFang SC" panose="020B0400000000000000" charset="-122"/>
              </a:defRPr>
            </a:lvl3pPr>
            <a:lvl4pPr>
              <a:buNone/>
              <a:defRPr sz="2025" b="0">
                <a:solidFill>
                  <a:srgbClr val="53627A"/>
                </a:solidFill>
                <a:latin typeface="PingFang SC" panose="020B0400000000000000" charset="-122"/>
                <a:ea typeface="PingFang SC" panose="020B0400000000000000" charset="-122"/>
                <a:cs typeface="PingFang SC" panose="020B0400000000000000" charset="-122"/>
              </a:defRPr>
            </a:lvl4pPr>
            <a:lvl5pPr>
              <a:buNone/>
              <a:defRPr sz="2025" b="0">
                <a:solidFill>
                  <a:srgbClr val="53627A"/>
                </a:solidFill>
                <a:latin typeface="PingFang SC" panose="020B0400000000000000" charset="-122"/>
                <a:ea typeface="PingFang SC" panose="020B0400000000000000" charset="-122"/>
                <a:cs typeface="PingFang SC" panose="020B0400000000000000" charset="-122"/>
              </a:defRPr>
            </a:lvl5pPr>
            <a:lvl6pPr>
              <a:buNone/>
              <a:defRPr sz="2025" b="0">
                <a:solidFill>
                  <a:srgbClr val="53627A"/>
                </a:solidFill>
                <a:latin typeface="PingFang SC" panose="020B0400000000000000" charset="-122"/>
                <a:ea typeface="PingFang SC" panose="020B0400000000000000" charset="-122"/>
                <a:cs typeface="PingFang SC" panose="020B0400000000000000" charset="-122"/>
              </a:defRPr>
            </a:lvl6pPr>
            <a:lvl7pPr>
              <a:buNone/>
              <a:defRPr sz="2025" b="0">
                <a:solidFill>
                  <a:srgbClr val="53627A"/>
                </a:solidFill>
                <a:latin typeface="PingFang SC" panose="020B0400000000000000" charset="-122"/>
                <a:ea typeface="PingFang SC" panose="020B0400000000000000" charset="-122"/>
                <a:cs typeface="PingFang SC" panose="020B0400000000000000" charset="-122"/>
              </a:defRPr>
            </a:lvl7pPr>
            <a:lvl8pPr>
              <a:buNone/>
              <a:defRPr sz="2025" b="0">
                <a:solidFill>
                  <a:srgbClr val="53627A"/>
                </a:solidFill>
                <a:latin typeface="PingFang SC" panose="020B0400000000000000" charset="-122"/>
                <a:ea typeface="PingFang SC" panose="020B0400000000000000" charset="-122"/>
                <a:cs typeface="PingFang SC" panose="020B0400000000000000" charset="-122"/>
              </a:defRPr>
            </a:lvl8pPr>
            <a:lvl9pPr>
              <a:buNone/>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试用的英语声音库里，经过试听确认的现成声音只有 Mia 和 Chloe。</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buNone/>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旁白占用一个后，就很难给其他人物各分一种声音。</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609600" y="3476625"/>
            <a:ext cx="3048000" cy="97155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对白多的角色</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优先选现成声音</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6" name="矩形 5"/>
          <p:cNvSpPr>
            <a:spLocks noGrp="1"/>
          </p:cNvSpPr>
          <p:nvPr/>
        </p:nvSpPr>
        <p:spPr>
          <a:xfrm>
            <a:off x="4572000" y="3476625"/>
            <a:ext cx="3048000" cy="97155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其他角色</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用固定文字描述声音</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7" name="矩形 6"/>
          <p:cNvSpPr>
            <a:spLocks noGrp="1"/>
          </p:cNvSpPr>
          <p:nvPr/>
        </p:nvSpPr>
        <p:spPr>
          <a:xfrm>
            <a:off x="8534400" y="3476625"/>
            <a:ext cx="3048000" cy="971550"/>
          </a:xfrm>
          <a:prstGeom prst="rect">
            <a:avLst/>
          </a:prstGeom>
          <a:solidFill>
            <a:srgbClr val="FFFFFF"/>
          </a:solidFill>
          <a:ln w="19050">
            <a:solidFill>
              <a:srgbClr val="176C5C"/>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经常互相说话的人</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优先拉开声音差别</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10" name="矩形 9"/>
          <p:cNvSpPr>
            <a:spLocks noGrp="1"/>
          </p:cNvSpPr>
          <p:nvPr/>
        </p:nvSpPr>
        <p:spPr>
          <a:xfrm>
            <a:off x="609600" y="5038725"/>
            <a:ext cx="10858500" cy="666750"/>
          </a:xfrm>
          <a:prstGeom prst="rect">
            <a:avLst/>
          </a:prstGeom>
          <a:noFill/>
          <a:ln w="0">
            <a:noFill/>
          </a:ln>
        </p:spPr>
        <p:txBody>
          <a:bodyPr lIns="0" tIns="0" rIns="0" bIns="0"/>
          <a:lstStyle>
            <a:defPPr>
              <a:defRPr sz="2100" b="1">
                <a:solidFill>
                  <a:srgbClr val="16243B"/>
                </a:solidFill>
                <a:latin typeface="PingFang SC" panose="020B0400000000000000" charset="-122"/>
                <a:ea typeface="PingFang SC" panose="020B0400000000000000" charset="-122"/>
                <a:cs typeface="PingFang SC" panose="020B0400000000000000" charset="-122"/>
              </a:defRPr>
            </a:defPPr>
            <a:lvl1pPr>
              <a:buNone/>
              <a:defRPr sz="21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21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21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21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21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21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21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21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21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2100" b="1">
                <a:solidFill>
                  <a:srgbClr val="16243B"/>
                </a:solidFill>
                <a:latin typeface="PingFang SC" panose="020B0400000000000000" charset="-122"/>
                <a:ea typeface="PingFang SC" panose="020B0400000000000000" charset="-122"/>
                <a:cs typeface="PingFang SC" panose="020B0400000000000000" charset="-122"/>
              </a:defRPr>
            </a:pPr>
            <a:r>
              <a:rPr sz="2100" b="1">
                <a:solidFill>
                  <a:srgbClr val="16243B"/>
                </a:solidFill>
                <a:latin typeface="PingFang SC" panose="020B0400000000000000" charset="-122"/>
                <a:ea typeface="PingFang SC" panose="020B0400000000000000" charset="-122"/>
                <a:cs typeface="PingFang SC" panose="020B0400000000000000" charset="-122"/>
              </a:rPr>
              <a:t>实际试用：用文字设定两个角色的声音，六条录音经试听确认容易区分。</a:t>
            </a:r>
            <a:endParaRPr sz="21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11" name="矩形 10"/>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这里只确认了这两个角色的录音，还不能说自动分配一定比随机分配更好</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sp>
        <p:nvSpPr>
          <p:cNvPr id="10" name="矩形 9"/>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怎么做到：把声音优先分给最需要区分的人</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13</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3" name="矩形 2"/>
          <p:cNvSpPr>
            <a:spLocks noGrp="1"/>
          </p:cNvSpPr>
          <p:nvPr/>
        </p:nvSpPr>
        <p:spPr>
          <a:xfrm>
            <a:off x="609600" y="1647825"/>
            <a:ext cx="10572750" cy="409575"/>
          </a:xfrm>
          <a:prstGeom prst="rect">
            <a:avLst/>
          </a:prstGeom>
          <a:noFill/>
          <a:ln w="0">
            <a:noFill/>
          </a:ln>
        </p:spPr>
        <p:txBody>
          <a:bodyPr lIns="0" tIns="0" rIns="0" bIns="0"/>
          <a:lstStyle>
            <a:defPPr>
              <a:defRPr sz="2250" b="1">
                <a:solidFill>
                  <a:srgbClr val="245BDD"/>
                </a:solidFill>
                <a:latin typeface="PingFang SC" panose="020B0400000000000000" charset="-122"/>
                <a:ea typeface="PingFang SC" panose="020B0400000000000000" charset="-122"/>
                <a:cs typeface="PingFang SC" panose="020B0400000000000000" charset="-122"/>
              </a:defRPr>
            </a:defPPr>
            <a:lvl1pPr>
              <a:buNone/>
              <a:defRPr sz="22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2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2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2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2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2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2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2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2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250" b="1">
                <a:solidFill>
                  <a:srgbClr val="245BDD"/>
                </a:solidFill>
                <a:latin typeface="PingFang SC" panose="020B0400000000000000" charset="-122"/>
                <a:ea typeface="PingFang SC" panose="020B0400000000000000" charset="-122"/>
                <a:cs typeface="PingFang SC" panose="020B0400000000000000" charset="-122"/>
              </a:defRPr>
            </a:pPr>
            <a:r>
              <a:rPr sz="2250" b="1">
                <a:solidFill>
                  <a:srgbClr val="245BDD"/>
                </a:solidFill>
                <a:latin typeface="PingFang SC" panose="020B0400000000000000" charset="-122"/>
                <a:ea typeface="PingFang SC" panose="020B0400000000000000" charset="-122"/>
                <a:cs typeface="PingFang SC" panose="020B0400000000000000" charset="-122"/>
              </a:rPr>
              <a:t>先看哪些人物经常一来一回地说话</a:t>
            </a:r>
            <a:endParaRPr sz="22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609600" y="2114550"/>
            <a:ext cx="10572750" cy="952500"/>
          </a:xfrm>
          <a:prstGeom prst="rect">
            <a:avLst/>
          </a:prstGeom>
          <a:noFill/>
          <a:ln w="0">
            <a:noFill/>
          </a:ln>
        </p:spPr>
        <p:txBody>
          <a:bodyPr lIns="0" tIns="0" rIns="0" bIns="0"/>
          <a:lstStyle>
            <a:defPPr>
              <a:defRPr sz="2100" b="0">
                <a:solidFill>
                  <a:srgbClr val="53627A"/>
                </a:solidFill>
                <a:latin typeface="PingFang SC" panose="020B0400000000000000" charset="-122"/>
                <a:ea typeface="PingFang SC" panose="020B0400000000000000" charset="-122"/>
                <a:cs typeface="PingFang SC" panose="020B0400000000000000" charset="-122"/>
              </a:defRPr>
            </a:defPPr>
            <a:lvl1pPr>
              <a:buNone/>
              <a:defRPr sz="2100" b="0">
                <a:solidFill>
                  <a:srgbClr val="53627A"/>
                </a:solidFill>
                <a:latin typeface="PingFang SC" panose="020B0400000000000000" charset="-122"/>
                <a:ea typeface="PingFang SC" panose="020B0400000000000000" charset="-122"/>
                <a:cs typeface="PingFang SC" panose="020B0400000000000000" charset="-122"/>
              </a:defRPr>
            </a:lvl1pPr>
            <a:lvl2pPr>
              <a:buNone/>
              <a:defRPr sz="2100" b="0">
                <a:solidFill>
                  <a:srgbClr val="53627A"/>
                </a:solidFill>
                <a:latin typeface="PingFang SC" panose="020B0400000000000000" charset="-122"/>
                <a:ea typeface="PingFang SC" panose="020B0400000000000000" charset="-122"/>
                <a:cs typeface="PingFang SC" panose="020B0400000000000000" charset="-122"/>
              </a:defRPr>
            </a:lvl2pPr>
            <a:lvl3pPr>
              <a:buNone/>
              <a:defRPr sz="2100" b="0">
                <a:solidFill>
                  <a:srgbClr val="53627A"/>
                </a:solidFill>
                <a:latin typeface="PingFang SC" panose="020B0400000000000000" charset="-122"/>
                <a:ea typeface="PingFang SC" panose="020B0400000000000000" charset="-122"/>
                <a:cs typeface="PingFang SC" panose="020B0400000000000000" charset="-122"/>
              </a:defRPr>
            </a:lvl3pPr>
            <a:lvl4pPr>
              <a:buNone/>
              <a:defRPr sz="2100" b="0">
                <a:solidFill>
                  <a:srgbClr val="53627A"/>
                </a:solidFill>
                <a:latin typeface="PingFang SC" panose="020B0400000000000000" charset="-122"/>
                <a:ea typeface="PingFang SC" panose="020B0400000000000000" charset="-122"/>
                <a:cs typeface="PingFang SC" panose="020B0400000000000000" charset="-122"/>
              </a:defRPr>
            </a:lvl4pPr>
            <a:lvl5pPr>
              <a:buNone/>
              <a:defRPr sz="2100" b="0">
                <a:solidFill>
                  <a:srgbClr val="53627A"/>
                </a:solidFill>
                <a:latin typeface="PingFang SC" panose="020B0400000000000000" charset="-122"/>
                <a:ea typeface="PingFang SC" panose="020B0400000000000000" charset="-122"/>
                <a:cs typeface="PingFang SC" panose="020B0400000000000000" charset="-122"/>
              </a:defRPr>
            </a:lvl5pPr>
            <a:lvl6pPr>
              <a:buNone/>
              <a:defRPr sz="2100" b="0">
                <a:solidFill>
                  <a:srgbClr val="53627A"/>
                </a:solidFill>
                <a:latin typeface="PingFang SC" panose="020B0400000000000000" charset="-122"/>
                <a:ea typeface="PingFang SC" panose="020B0400000000000000" charset="-122"/>
                <a:cs typeface="PingFang SC" panose="020B0400000000000000" charset="-122"/>
              </a:defRPr>
            </a:lvl6pPr>
            <a:lvl7pPr>
              <a:buNone/>
              <a:defRPr sz="2100" b="0">
                <a:solidFill>
                  <a:srgbClr val="53627A"/>
                </a:solidFill>
                <a:latin typeface="PingFang SC" panose="020B0400000000000000" charset="-122"/>
                <a:ea typeface="PingFang SC" panose="020B0400000000000000" charset="-122"/>
                <a:cs typeface="PingFang SC" panose="020B0400000000000000" charset="-122"/>
              </a:defRPr>
            </a:lvl7pPr>
            <a:lvl8pPr>
              <a:buNone/>
              <a:defRPr sz="2100" b="0">
                <a:solidFill>
                  <a:srgbClr val="53627A"/>
                </a:solidFill>
                <a:latin typeface="PingFang SC" panose="020B0400000000000000" charset="-122"/>
                <a:ea typeface="PingFang SC" panose="020B0400000000000000" charset="-122"/>
                <a:cs typeface="PingFang SC" panose="020B0400000000000000" charset="-122"/>
              </a:defRPr>
            </a:lvl8pPr>
            <a:lvl9pPr>
              <a:buNone/>
              <a:defRPr sz="210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2100" b="0">
                <a:solidFill>
                  <a:srgbClr val="53627A"/>
                </a:solidFill>
                <a:latin typeface="PingFang SC" panose="020B0400000000000000" charset="-122"/>
                <a:ea typeface="PingFang SC" panose="020B0400000000000000" charset="-122"/>
                <a:cs typeface="PingFang SC" panose="020B0400000000000000" charset="-122"/>
              </a:defRPr>
            </a:pPr>
            <a:r>
              <a:rPr sz="2100" b="0">
                <a:solidFill>
                  <a:srgbClr val="53627A"/>
                </a:solidFill>
                <a:latin typeface="PingFang SC" panose="020B0400000000000000" charset="-122"/>
                <a:ea typeface="PingFang SC" panose="020B0400000000000000" charset="-122"/>
                <a:cs typeface="PingFang SC" panose="020B0400000000000000" charset="-122"/>
              </a:rPr>
              <a:t>程序按原文统计两个人轮流说话的次数。</a:t>
            </a:r>
            <a:endParaRPr sz="2100" b="0">
              <a:solidFill>
                <a:srgbClr val="53627A"/>
              </a:solidFill>
              <a:latin typeface="PingFang SC" panose="020B0400000000000000" charset="-122"/>
              <a:ea typeface="PingFang SC" panose="020B0400000000000000" charset="-122"/>
              <a:cs typeface="PingFang SC" panose="020B0400000000000000" charset="-122"/>
            </a:endParaRPr>
          </a:p>
          <a:p>
            <a:pPr>
              <a:buNone/>
              <a:defRPr sz="2100" b="0">
                <a:solidFill>
                  <a:srgbClr val="53627A"/>
                </a:solidFill>
                <a:latin typeface="PingFang SC" panose="020B0400000000000000" charset="-122"/>
                <a:ea typeface="PingFang SC" panose="020B0400000000000000" charset="-122"/>
                <a:cs typeface="PingFang SC" panose="020B0400000000000000" charset="-122"/>
              </a:defRPr>
            </a:pPr>
            <a:r>
              <a:rPr sz="2100" b="0">
                <a:solidFill>
                  <a:srgbClr val="53627A"/>
                </a:solidFill>
                <a:latin typeface="PingFang SC" panose="020B0400000000000000" charset="-122"/>
                <a:ea typeface="PingFang SC" panose="020B0400000000000000" charset="-122"/>
                <a:cs typeface="PingFang SC" panose="020B0400000000000000" charset="-122"/>
              </a:rPr>
              <a:t>对话越频繁，越优先给他们安排差别较大的声音。</a:t>
            </a:r>
            <a:endParaRPr sz="2100"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609600" y="3114675"/>
            <a:ext cx="10572750" cy="409575"/>
          </a:xfrm>
          <a:prstGeom prst="rect">
            <a:avLst/>
          </a:prstGeom>
          <a:noFill/>
          <a:ln w="0">
            <a:noFill/>
          </a:ln>
        </p:spPr>
        <p:txBody>
          <a:bodyPr lIns="0" tIns="0" rIns="0" bIns="0"/>
          <a:lstStyle>
            <a:defPPr>
              <a:defRPr sz="2250" b="1">
                <a:solidFill>
                  <a:srgbClr val="245BDD"/>
                </a:solidFill>
                <a:latin typeface="PingFang SC" panose="020B0400000000000000" charset="-122"/>
                <a:ea typeface="PingFang SC" panose="020B0400000000000000" charset="-122"/>
                <a:cs typeface="PingFang SC" panose="020B0400000000000000" charset="-122"/>
              </a:defRPr>
            </a:defPPr>
            <a:lvl1pPr>
              <a:buNone/>
              <a:defRPr sz="22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2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2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2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2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2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2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2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2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250" b="1">
                <a:solidFill>
                  <a:srgbClr val="245BDD"/>
                </a:solidFill>
                <a:latin typeface="PingFang SC" panose="020B0400000000000000" charset="-122"/>
                <a:ea typeface="PingFang SC" panose="020B0400000000000000" charset="-122"/>
                <a:cs typeface="PingFang SC" panose="020B0400000000000000" charset="-122"/>
              </a:defRPr>
            </a:pPr>
            <a:r>
              <a:rPr sz="2250" b="1">
                <a:solidFill>
                  <a:srgbClr val="245BDD"/>
                </a:solidFill>
                <a:latin typeface="PingFang SC" panose="020B0400000000000000" charset="-122"/>
                <a:ea typeface="PingFang SC" panose="020B0400000000000000" charset="-122"/>
                <a:cs typeface="PingFang SC" panose="020B0400000000000000" charset="-122"/>
              </a:rPr>
              <a:t>同时保留用户的选择</a:t>
            </a:r>
            <a:endParaRPr sz="22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6" name="矩形 5"/>
          <p:cNvSpPr>
            <a:spLocks noGrp="1"/>
          </p:cNvSpPr>
          <p:nvPr/>
        </p:nvSpPr>
        <p:spPr>
          <a:xfrm>
            <a:off x="609600" y="3581400"/>
            <a:ext cx="10572750" cy="952500"/>
          </a:xfrm>
          <a:prstGeom prst="rect">
            <a:avLst/>
          </a:prstGeom>
          <a:noFill/>
          <a:ln w="0">
            <a:noFill/>
          </a:ln>
        </p:spPr>
        <p:txBody>
          <a:bodyPr lIns="0" tIns="0" rIns="0" bIns="0"/>
          <a:lstStyle>
            <a:defPPr>
              <a:defRPr sz="2100" b="0">
                <a:solidFill>
                  <a:srgbClr val="53627A"/>
                </a:solidFill>
                <a:latin typeface="PingFang SC" panose="020B0400000000000000" charset="-122"/>
                <a:ea typeface="PingFang SC" panose="020B0400000000000000" charset="-122"/>
                <a:cs typeface="PingFang SC" panose="020B0400000000000000" charset="-122"/>
              </a:defRPr>
            </a:defPPr>
            <a:lvl1pPr>
              <a:buNone/>
              <a:defRPr sz="2100" b="0">
                <a:solidFill>
                  <a:srgbClr val="53627A"/>
                </a:solidFill>
                <a:latin typeface="PingFang SC" panose="020B0400000000000000" charset="-122"/>
                <a:ea typeface="PingFang SC" panose="020B0400000000000000" charset="-122"/>
                <a:cs typeface="PingFang SC" panose="020B0400000000000000" charset="-122"/>
              </a:defRPr>
            </a:lvl1pPr>
            <a:lvl2pPr>
              <a:buNone/>
              <a:defRPr sz="2100" b="0">
                <a:solidFill>
                  <a:srgbClr val="53627A"/>
                </a:solidFill>
                <a:latin typeface="PingFang SC" panose="020B0400000000000000" charset="-122"/>
                <a:ea typeface="PingFang SC" panose="020B0400000000000000" charset="-122"/>
                <a:cs typeface="PingFang SC" panose="020B0400000000000000" charset="-122"/>
              </a:defRPr>
            </a:lvl2pPr>
            <a:lvl3pPr>
              <a:buNone/>
              <a:defRPr sz="2100" b="0">
                <a:solidFill>
                  <a:srgbClr val="53627A"/>
                </a:solidFill>
                <a:latin typeface="PingFang SC" panose="020B0400000000000000" charset="-122"/>
                <a:ea typeface="PingFang SC" panose="020B0400000000000000" charset="-122"/>
                <a:cs typeface="PingFang SC" panose="020B0400000000000000" charset="-122"/>
              </a:defRPr>
            </a:lvl3pPr>
            <a:lvl4pPr>
              <a:buNone/>
              <a:defRPr sz="2100" b="0">
                <a:solidFill>
                  <a:srgbClr val="53627A"/>
                </a:solidFill>
                <a:latin typeface="PingFang SC" panose="020B0400000000000000" charset="-122"/>
                <a:ea typeface="PingFang SC" panose="020B0400000000000000" charset="-122"/>
                <a:cs typeface="PingFang SC" panose="020B0400000000000000" charset="-122"/>
              </a:defRPr>
            </a:lvl4pPr>
            <a:lvl5pPr>
              <a:buNone/>
              <a:defRPr sz="2100" b="0">
                <a:solidFill>
                  <a:srgbClr val="53627A"/>
                </a:solidFill>
                <a:latin typeface="PingFang SC" panose="020B0400000000000000" charset="-122"/>
                <a:ea typeface="PingFang SC" panose="020B0400000000000000" charset="-122"/>
                <a:cs typeface="PingFang SC" panose="020B0400000000000000" charset="-122"/>
              </a:defRPr>
            </a:lvl5pPr>
            <a:lvl6pPr>
              <a:buNone/>
              <a:defRPr sz="2100" b="0">
                <a:solidFill>
                  <a:srgbClr val="53627A"/>
                </a:solidFill>
                <a:latin typeface="PingFang SC" panose="020B0400000000000000" charset="-122"/>
                <a:ea typeface="PingFang SC" panose="020B0400000000000000" charset="-122"/>
                <a:cs typeface="PingFang SC" panose="020B0400000000000000" charset="-122"/>
              </a:defRPr>
            </a:lvl6pPr>
            <a:lvl7pPr>
              <a:buNone/>
              <a:defRPr sz="2100" b="0">
                <a:solidFill>
                  <a:srgbClr val="53627A"/>
                </a:solidFill>
                <a:latin typeface="PingFang SC" panose="020B0400000000000000" charset="-122"/>
                <a:ea typeface="PingFang SC" panose="020B0400000000000000" charset="-122"/>
                <a:cs typeface="PingFang SC" panose="020B0400000000000000" charset="-122"/>
              </a:defRPr>
            </a:lvl7pPr>
            <a:lvl8pPr>
              <a:buNone/>
              <a:defRPr sz="2100" b="0">
                <a:solidFill>
                  <a:srgbClr val="53627A"/>
                </a:solidFill>
                <a:latin typeface="PingFang SC" panose="020B0400000000000000" charset="-122"/>
                <a:ea typeface="PingFang SC" panose="020B0400000000000000" charset="-122"/>
                <a:cs typeface="PingFang SC" panose="020B0400000000000000" charset="-122"/>
              </a:defRPr>
            </a:lvl8pPr>
            <a:lvl9pPr>
              <a:buNone/>
              <a:defRPr sz="210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2100" b="0">
                <a:solidFill>
                  <a:srgbClr val="53627A"/>
                </a:solidFill>
                <a:latin typeface="PingFang SC" panose="020B0400000000000000" charset="-122"/>
                <a:ea typeface="PingFang SC" panose="020B0400000000000000" charset="-122"/>
                <a:cs typeface="PingFang SC" panose="020B0400000000000000" charset="-122"/>
              </a:defRPr>
            </a:pPr>
            <a:r>
              <a:rPr sz="2100" b="0">
                <a:solidFill>
                  <a:srgbClr val="53627A"/>
                </a:solidFill>
                <a:latin typeface="PingFang SC" panose="020B0400000000000000" charset="-122"/>
                <a:ea typeface="PingFang SC" panose="020B0400000000000000" charset="-122"/>
                <a:cs typeface="PingFang SC" panose="020B0400000000000000" charset="-122"/>
              </a:rPr>
              <a:t>已经锁定的声音不会被自动改掉。</a:t>
            </a:r>
            <a:endParaRPr sz="2100" b="0">
              <a:solidFill>
                <a:srgbClr val="53627A"/>
              </a:solidFill>
              <a:latin typeface="PingFang SC" panose="020B0400000000000000" charset="-122"/>
              <a:ea typeface="PingFang SC" panose="020B0400000000000000" charset="-122"/>
              <a:cs typeface="PingFang SC" panose="020B0400000000000000" charset="-122"/>
            </a:endParaRPr>
          </a:p>
          <a:p>
            <a:pPr>
              <a:buNone/>
              <a:defRPr sz="2100" b="0">
                <a:solidFill>
                  <a:srgbClr val="53627A"/>
                </a:solidFill>
                <a:latin typeface="PingFang SC" panose="020B0400000000000000" charset="-122"/>
                <a:ea typeface="PingFang SC" panose="020B0400000000000000" charset="-122"/>
                <a:cs typeface="PingFang SC" panose="020B0400000000000000" charset="-122"/>
              </a:defRPr>
            </a:pPr>
            <a:r>
              <a:rPr sz="2100" b="0">
                <a:solidFill>
                  <a:srgbClr val="53627A"/>
                </a:solidFill>
                <a:latin typeface="PingFang SC" panose="020B0400000000000000" charset="-122"/>
                <a:ea typeface="PingFang SC" panose="020B0400000000000000" charset="-122"/>
                <a:cs typeface="PingFang SC" panose="020B0400000000000000" charset="-122"/>
              </a:rPr>
              <a:t>也可以要求旁白单独用一种声音，或不同人物不共用声音。</a:t>
            </a:r>
            <a:endParaRPr sz="2100"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7" name="矩形 6"/>
          <p:cNvSpPr>
            <a:spLocks noGrp="1"/>
          </p:cNvSpPr>
          <p:nvPr/>
        </p:nvSpPr>
        <p:spPr>
          <a:xfrm>
            <a:off x="609600" y="4581525"/>
            <a:ext cx="10572750" cy="409575"/>
          </a:xfrm>
          <a:prstGeom prst="rect">
            <a:avLst/>
          </a:prstGeom>
          <a:noFill/>
          <a:ln w="0">
            <a:noFill/>
          </a:ln>
        </p:spPr>
        <p:txBody>
          <a:bodyPr lIns="0" tIns="0" rIns="0" bIns="0"/>
          <a:lstStyle>
            <a:defPPr>
              <a:defRPr sz="2250" b="1">
                <a:solidFill>
                  <a:srgbClr val="245BDD"/>
                </a:solidFill>
                <a:latin typeface="PingFang SC" panose="020B0400000000000000" charset="-122"/>
                <a:ea typeface="PingFang SC" panose="020B0400000000000000" charset="-122"/>
                <a:cs typeface="PingFang SC" panose="020B0400000000000000" charset="-122"/>
              </a:defRPr>
            </a:defPPr>
            <a:lvl1pPr>
              <a:buNone/>
              <a:defRPr sz="22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2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2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2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2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2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2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2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2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250" b="1">
                <a:solidFill>
                  <a:srgbClr val="245BDD"/>
                </a:solidFill>
                <a:latin typeface="PingFang SC" panose="020B0400000000000000" charset="-122"/>
                <a:ea typeface="PingFang SC" panose="020B0400000000000000" charset="-122"/>
                <a:cs typeface="PingFang SC" panose="020B0400000000000000" charset="-122"/>
              </a:defRPr>
            </a:pPr>
            <a:r>
              <a:rPr sz="2250" b="1">
                <a:solidFill>
                  <a:srgbClr val="245BDD"/>
                </a:solidFill>
                <a:latin typeface="PingFang SC" panose="020B0400000000000000" charset="-122"/>
                <a:ea typeface="PingFang SC" panose="020B0400000000000000" charset="-122"/>
                <a:cs typeface="PingFang SC" panose="020B0400000000000000" charset="-122"/>
              </a:rPr>
              <a:t>方案少就逐个比较，方案多就先做好主要人物</a:t>
            </a:r>
            <a:endParaRPr sz="22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8" name="矩形 7"/>
          <p:cNvSpPr>
            <a:spLocks noGrp="1"/>
          </p:cNvSpPr>
          <p:nvPr/>
        </p:nvSpPr>
        <p:spPr>
          <a:xfrm>
            <a:off x="609600" y="5048250"/>
            <a:ext cx="10572750" cy="952500"/>
          </a:xfrm>
          <a:prstGeom prst="rect">
            <a:avLst/>
          </a:prstGeom>
          <a:noFill/>
          <a:ln w="0">
            <a:noFill/>
          </a:ln>
        </p:spPr>
        <p:txBody>
          <a:bodyPr lIns="0" tIns="0" rIns="0" bIns="0"/>
          <a:lstStyle>
            <a:defPPr>
              <a:defRPr sz="19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9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9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9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9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9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9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9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9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9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950" b="0">
                <a:solidFill>
                  <a:srgbClr val="53627A"/>
                </a:solidFill>
                <a:latin typeface="PingFang SC" panose="020B0400000000000000" charset="-122"/>
                <a:ea typeface="PingFang SC" panose="020B0400000000000000" charset="-122"/>
                <a:cs typeface="PingFang SC" panose="020B0400000000000000" charset="-122"/>
              </a:defRPr>
            </a:pPr>
            <a:r>
              <a:rPr sz="1950" b="0">
                <a:solidFill>
                  <a:srgbClr val="53627A"/>
                </a:solidFill>
                <a:latin typeface="PingFang SC" panose="020B0400000000000000" charset="-122"/>
                <a:ea typeface="PingFang SC" panose="020B0400000000000000" charset="-122"/>
                <a:cs typeface="PingFang SC" panose="020B0400000000000000" charset="-122"/>
              </a:rPr>
              <a:t>先给经常说话的人分配，再尝试交换声音，看看能不能更容易区分。</a:t>
            </a:r>
            <a:endParaRPr sz="1950" b="0">
              <a:solidFill>
                <a:srgbClr val="53627A"/>
              </a:solidFill>
              <a:latin typeface="PingFang SC" panose="020B0400000000000000" charset="-122"/>
              <a:ea typeface="PingFang SC" panose="020B0400000000000000" charset="-122"/>
              <a:cs typeface="PingFang SC" panose="020B0400000000000000" charset="-122"/>
            </a:endParaRPr>
          </a:p>
          <a:p>
            <a:pPr>
              <a:buNone/>
              <a:defRPr sz="1950" b="0">
                <a:solidFill>
                  <a:srgbClr val="53627A"/>
                </a:solidFill>
                <a:latin typeface="PingFang SC" panose="020B0400000000000000" charset="-122"/>
                <a:ea typeface="PingFang SC" panose="020B0400000000000000" charset="-122"/>
                <a:cs typeface="PingFang SC" panose="020B0400000000000000" charset="-122"/>
              </a:defRPr>
            </a:pPr>
            <a:r>
              <a:rPr sz="1950" b="0">
                <a:solidFill>
                  <a:srgbClr val="53627A"/>
                </a:solidFill>
                <a:latin typeface="PingFang SC" panose="020B0400000000000000" charset="-122"/>
                <a:ea typeface="PingFang SC" panose="020B0400000000000000" charset="-122"/>
                <a:cs typeface="PingFang SC" panose="020B0400000000000000" charset="-122"/>
              </a:rPr>
              <a:t>还会考虑声音是否适合人物，尽量少改已经定好的安排。</a:t>
            </a:r>
            <a:endParaRPr sz="1950"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9" name="矩形 8"/>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这是当前程序的分配方法，是否真的更好听、更好认，需要专门做试听比较</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cxnSp>
        <p:nvCxnSpPr>
          <p:cNvPr id="8" name="直接箭头连接符 7"/>
          <p:cNvCxnSpPr>
            <a:stCxn id="5" idx="3"/>
            <a:endCxn id="6" idx="1"/>
          </p:cNvCxnSpPr>
          <p:nvPr/>
        </p:nvCxnSpPr>
        <p:spPr>
          <a:xfrm>
            <a:off x="7524750" y="5500688"/>
            <a:ext cx="971550" cy="0"/>
          </a:xfrm>
          <a:prstGeom prst="straightConnector1">
            <a:avLst/>
          </a:prstGeom>
          <a:ln w="23813">
            <a:solidFill>
              <a:srgbClr val="245BDD"/>
            </a:solidFill>
            <a:tailEnd type="triangle" w="med" len="med"/>
          </a:ln>
        </p:spPr>
      </p:cxnSp>
      <p:cxnSp>
        <p:nvCxnSpPr>
          <p:cNvPr id="7" name="直接箭头连接符 6"/>
          <p:cNvCxnSpPr>
            <a:stCxn id="4" idx="3"/>
            <a:endCxn id="5" idx="1"/>
          </p:cNvCxnSpPr>
          <p:nvPr/>
        </p:nvCxnSpPr>
        <p:spPr>
          <a:xfrm>
            <a:off x="3695700" y="5500688"/>
            <a:ext cx="971550" cy="0"/>
          </a:xfrm>
          <a:prstGeom prst="straightConnector1">
            <a:avLst/>
          </a:prstGeom>
          <a:ln w="23813">
            <a:solidFill>
              <a:srgbClr val="245BDD"/>
            </a:solidFill>
            <a:tailEnd type="triangle" w="med" len="med"/>
          </a:ln>
        </p:spPr>
      </p:cxnSp>
      <p:sp>
        <p:nvSpPr>
          <p:cNvPr id="10" name="矩形 9"/>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现在怎样给人物安排声音</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14</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graphicFrame>
        <p:nvGraphicFramePr>
          <p:cNvPr id="3" name="表格 2"/>
          <p:cNvGraphicFramePr/>
          <p:nvPr/>
        </p:nvGraphicFramePr>
        <p:xfrm>
          <a:off x="609600" y="1771650"/>
          <a:ext cx="10972800" cy="2952752"/>
        </p:xfrm>
        <a:graphic>
          <a:graphicData uri="http://schemas.openxmlformats.org/drawingml/2006/table">
            <a:tbl>
              <a:tblPr/>
              <a:tblGrid>
                <a:gridCol w="2286000"/>
                <a:gridCol w="4286250"/>
                <a:gridCol w="4400550"/>
              </a:tblGrid>
              <a:tr h="738188">
                <a:tc>
                  <a:txBody>
                    <a:bodyPr/>
                    <a:lstStyle/>
                    <a:p>
                      <a:r>
                        <a:rPr sz="1950" b="1">
                          <a:solidFill>
                            <a:srgbClr val="245BDD"/>
                          </a:solidFill>
                          <a:latin typeface="PingFang SC" panose="020B0400000000000000" charset="-122"/>
                          <a:ea typeface="PingFang SC" panose="020B0400000000000000" charset="-122"/>
                          <a:cs typeface="PingFang SC" panose="020B0400000000000000" charset="-122"/>
                        </a:rPr>
                        <a:t>方法</a:t>
                      </a:r>
                      <a:endParaRPr sz="1950" b="1">
                        <a:solidFill>
                          <a:srgbClr val="245BDD"/>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950" b="1">
                          <a:solidFill>
                            <a:srgbClr val="245BDD"/>
                          </a:solidFill>
                          <a:latin typeface="PingFang SC" panose="020B0400000000000000" charset="-122"/>
                          <a:ea typeface="PingFang SC" panose="020B0400000000000000" charset="-122"/>
                          <a:cs typeface="PingFang SC" panose="020B0400000000000000" charset="-122"/>
                        </a:rPr>
                        <a:t>用户要做什么</a:t>
                      </a:r>
                      <a:endParaRPr sz="1950"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950" b="1">
                          <a:solidFill>
                            <a:srgbClr val="245BDD"/>
                          </a:solidFill>
                          <a:latin typeface="PingFang SC" panose="020B0400000000000000" charset="-122"/>
                          <a:ea typeface="PingFang SC" panose="020B0400000000000000" charset="-122"/>
                          <a:cs typeface="PingFang SC" panose="020B0400000000000000" charset="-122"/>
                        </a:rPr>
                        <a:t>项目中的具体例子</a:t>
                      </a:r>
                      <a:endParaRPr sz="1950"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r>
              <a:tr h="738188">
                <a:tc>
                  <a:txBody>
                    <a:bodyPr/>
                    <a:lstStyle/>
                    <a:p>
                      <a:r>
                        <a:rPr sz="1950" b="0">
                          <a:solidFill>
                            <a:srgbClr val="16243B"/>
                          </a:solidFill>
                          <a:latin typeface="PingFang SC" panose="020B0400000000000000" charset="-122"/>
                          <a:ea typeface="PingFang SC" panose="020B0400000000000000" charset="-122"/>
                          <a:cs typeface="PingFang SC" panose="020B0400000000000000" charset="-122"/>
                        </a:rPr>
                        <a:t>选现成声音</a:t>
                      </a:r>
                      <a:endParaRPr sz="1950"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950" b="0">
                          <a:solidFill>
                            <a:srgbClr val="16243B"/>
                          </a:solidFill>
                          <a:latin typeface="PingFang SC" panose="020B0400000000000000" charset="-122"/>
                          <a:ea typeface="PingFang SC" panose="020B0400000000000000" charset="-122"/>
                          <a:cs typeface="PingFang SC" panose="020B0400000000000000" charset="-122"/>
                        </a:rPr>
                        <a:t>直接选择服务里已有的声音</a:t>
                      </a:r>
                      <a:endParaRPr sz="1950"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950" b="0">
                          <a:solidFill>
                            <a:srgbClr val="16243B"/>
                          </a:solidFill>
                          <a:latin typeface="PingFang SC" panose="020B0400000000000000" charset="-122"/>
                          <a:ea typeface="PingFang SC" panose="020B0400000000000000" charset="-122"/>
                          <a:cs typeface="PingFang SC" panose="020B0400000000000000" charset="-122"/>
                        </a:rPr>
                        <a:t>Juli 曾使用 Chloe</a:t>
                      </a:r>
                      <a:endParaRPr sz="1950"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738188">
                <a:tc>
                  <a:txBody>
                    <a:bodyPr/>
                    <a:lstStyle/>
                    <a:p>
                      <a:r>
                        <a:rPr sz="1950" b="0">
                          <a:solidFill>
                            <a:srgbClr val="16243B"/>
                          </a:solidFill>
                          <a:latin typeface="PingFang SC" panose="020B0400000000000000" charset="-122"/>
                          <a:ea typeface="PingFang SC" panose="020B0400000000000000" charset="-122"/>
                          <a:cs typeface="PingFang SC" panose="020B0400000000000000" charset="-122"/>
                        </a:rPr>
                        <a:t>用文字描述声音</a:t>
                      </a:r>
                      <a:endParaRPr sz="1950"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950" b="0">
                          <a:solidFill>
                            <a:srgbClr val="16243B"/>
                          </a:solidFill>
                          <a:latin typeface="PingFang SC" panose="020B0400000000000000" charset="-122"/>
                          <a:ea typeface="PingFang SC" panose="020B0400000000000000" charset="-122"/>
                          <a:cs typeface="PingFang SC" panose="020B0400000000000000" charset="-122"/>
                        </a:rPr>
                        <a:t>写清年龄感、音色和说话方式</a:t>
                      </a:r>
                      <a:endParaRPr sz="1950"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c>
                  <a:txBody>
                    <a:bodyPr/>
                    <a:lstStyle/>
                    <a:p>
                      <a:r>
                        <a:rPr sz="1950" b="0">
                          <a:solidFill>
                            <a:srgbClr val="16243B"/>
                          </a:solidFill>
                          <a:latin typeface="PingFang SC" panose="020B0400000000000000" charset="-122"/>
                          <a:ea typeface="PingFang SC" panose="020B0400000000000000" charset="-122"/>
                          <a:cs typeface="PingFang SC" panose="020B0400000000000000" charset="-122"/>
                        </a:rPr>
                        <a:t>同学群体使用固定的声音描述</a:t>
                      </a:r>
                      <a:endParaRPr sz="1950"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r h="738188">
                <a:tc>
                  <a:txBody>
                    <a:bodyPr/>
                    <a:lstStyle/>
                    <a:p>
                      <a:r>
                        <a:rPr sz="1950" b="0">
                          <a:solidFill>
                            <a:srgbClr val="16243B"/>
                          </a:solidFill>
                          <a:latin typeface="PingFang SC" panose="020B0400000000000000" charset="-122"/>
                          <a:ea typeface="PingFang SC" panose="020B0400000000000000" charset="-122"/>
                          <a:cs typeface="PingFang SC" panose="020B0400000000000000" charset="-122"/>
                        </a:rPr>
                        <a:t>模仿一段参考录音</a:t>
                      </a:r>
                      <a:endParaRPr sz="1950"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950" b="0">
                          <a:solidFill>
                            <a:srgbClr val="16243B"/>
                          </a:solidFill>
                          <a:latin typeface="PingFang SC" panose="020B0400000000000000" charset="-122"/>
                          <a:ea typeface="PingFang SC" panose="020B0400000000000000" charset="-122"/>
                          <a:cs typeface="PingFang SC" panose="020B0400000000000000" charset="-122"/>
                        </a:rPr>
                        <a:t>提供参考音，让服务照着声音来读</a:t>
                      </a:r>
                      <a:endParaRPr sz="1950"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950" b="0">
                          <a:solidFill>
                            <a:srgbClr val="16243B"/>
                          </a:solidFill>
                          <a:latin typeface="PingFang SC" panose="020B0400000000000000" charset="-122"/>
                          <a:ea typeface="PingFang SC" panose="020B0400000000000000" charset="-122"/>
                          <a:cs typeface="PingFang SC" panose="020B0400000000000000" charset="-122"/>
                        </a:rPr>
                        <a:t>Bryce 先试读几句，再用于整章</a:t>
                      </a:r>
                      <a:endParaRPr sz="1950"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bl>
          </a:graphicData>
        </a:graphic>
      </p:graphicFrame>
      <p:sp>
        <p:nvSpPr>
          <p:cNvPr id="4" name="矩形 3"/>
          <p:cNvSpPr>
            <a:spLocks noGrp="1"/>
          </p:cNvSpPr>
          <p:nvPr/>
        </p:nvSpPr>
        <p:spPr>
          <a:xfrm>
            <a:off x="838200" y="5191125"/>
            <a:ext cx="2857500" cy="619125"/>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每个人物保存一份</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声音设置</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4667250" y="5191125"/>
            <a:ext cx="2857500" cy="619125"/>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换章时继续使用</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同一份设置</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6" name="矩形 5"/>
          <p:cNvSpPr>
            <a:spLocks noGrp="1"/>
          </p:cNvSpPr>
          <p:nvPr/>
        </p:nvSpPr>
        <p:spPr>
          <a:xfrm>
            <a:off x="8496300" y="5191125"/>
            <a:ext cx="2857500" cy="619125"/>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声音换过之后</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重新试听确认</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9" name="矩形 8"/>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模仿参考音通常称为“声音克隆”，换过声音后的录音不能沿用旧试听结论</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sp>
        <p:nvSpPr>
          <p:cNvPr id="11" name="矩形 10"/>
          <p:cNvSpPr>
            <a:spLocks noGrp="1"/>
          </p:cNvSpPr>
          <p:nvPr/>
        </p:nvSpPr>
        <p:spPr>
          <a:xfrm>
            <a:off x="609600" y="457200"/>
            <a:ext cx="1097280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defRPr sz="3300" b="1">
                <a:solidFill>
                  <a:srgbClr val="16243B"/>
                </a:solidFill>
                <a:latin typeface="PingFang SC" panose="020B0400000000000000" charset="-122"/>
                <a:ea typeface="PingFang SC" panose="020B0400000000000000" charset="-122"/>
                <a:cs typeface="PingFang SC" panose="020B0400000000000000" charset="-122"/>
              </a:defRPr>
            </a:lvl1pPr>
            <a:lvl2pPr>
              <a:defRPr sz="3300" b="1">
                <a:solidFill>
                  <a:srgbClr val="16243B"/>
                </a:solidFill>
                <a:latin typeface="PingFang SC" panose="020B0400000000000000" charset="-122"/>
                <a:ea typeface="PingFang SC" panose="020B0400000000000000" charset="-122"/>
                <a:cs typeface="PingFang SC" panose="020B0400000000000000" charset="-122"/>
              </a:defRPr>
            </a:lvl2pPr>
            <a:lvl3pPr>
              <a:defRPr sz="3300" b="1">
                <a:solidFill>
                  <a:srgbClr val="16243B"/>
                </a:solidFill>
                <a:latin typeface="PingFang SC" panose="020B0400000000000000" charset="-122"/>
                <a:ea typeface="PingFang SC" panose="020B0400000000000000" charset="-122"/>
                <a:cs typeface="PingFang SC" panose="020B0400000000000000" charset="-122"/>
              </a:defRPr>
            </a:lvl3pPr>
            <a:lvl4pPr>
              <a:defRPr sz="3300" b="1">
                <a:solidFill>
                  <a:srgbClr val="16243B"/>
                </a:solidFill>
                <a:latin typeface="PingFang SC" panose="020B0400000000000000" charset="-122"/>
                <a:ea typeface="PingFang SC" panose="020B0400000000000000" charset="-122"/>
                <a:cs typeface="PingFang SC" panose="020B0400000000000000" charset="-122"/>
              </a:defRPr>
            </a:lvl4pPr>
            <a:lvl5pPr>
              <a:defRPr sz="3300" b="1">
                <a:solidFill>
                  <a:srgbClr val="16243B"/>
                </a:solidFill>
                <a:latin typeface="PingFang SC" panose="020B0400000000000000" charset="-122"/>
                <a:ea typeface="PingFang SC" panose="020B0400000000000000" charset="-122"/>
                <a:cs typeface="PingFang SC" panose="020B0400000000000000" charset="-122"/>
              </a:defRPr>
            </a:lvl5pPr>
            <a:lvl6pPr>
              <a:defRPr sz="3300" b="1">
                <a:solidFill>
                  <a:srgbClr val="16243B"/>
                </a:solidFill>
                <a:latin typeface="PingFang SC" panose="020B0400000000000000" charset="-122"/>
                <a:ea typeface="PingFang SC" panose="020B0400000000000000" charset="-122"/>
                <a:cs typeface="PingFang SC" panose="020B0400000000000000" charset="-122"/>
              </a:defRPr>
            </a:lvl6pPr>
            <a:lvl7pPr>
              <a:defRPr sz="3300" b="1">
                <a:solidFill>
                  <a:srgbClr val="16243B"/>
                </a:solidFill>
                <a:latin typeface="PingFang SC" panose="020B0400000000000000" charset="-122"/>
                <a:ea typeface="PingFang SC" panose="020B0400000000000000" charset="-122"/>
                <a:cs typeface="PingFang SC" panose="020B0400000000000000" charset="-122"/>
              </a:defRPr>
            </a:lvl7pPr>
            <a:lvl8pPr>
              <a:defRPr sz="3300" b="1">
                <a:solidFill>
                  <a:srgbClr val="16243B"/>
                </a:solidFill>
                <a:latin typeface="PingFang SC" panose="020B0400000000000000" charset="-122"/>
                <a:ea typeface="PingFang SC" panose="020B0400000000000000" charset="-122"/>
                <a:cs typeface="PingFang SC" panose="020B0400000000000000" charset="-122"/>
              </a:defRPr>
            </a:lvl8pPr>
            <a:lvl9pPr>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人物声音：给 Juli 选择一个固定声音</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pic>
        <p:nvPicPr>
          <p:cNvPr id="2" name="图片 1"/>
          <p:cNvPicPr>
            <a:picLocks noChangeAspect="1"/>
          </p:cNvPicPr>
          <p:nvPr/>
        </p:nvPicPr>
        <p:blipFill>
          <a:blip r:embed="rId1"/>
          <a:srcRect l="10303" t="15152" r="12121" b="23197"/>
          <a:stretch>
            <a:fillRect/>
          </a:stretch>
        </p:blipFill>
        <p:spPr>
          <a:xfrm>
            <a:off x="609600" y="1476375"/>
            <a:ext cx="4953000" cy="4562475"/>
          </a:xfrm>
          <a:prstGeom prst="rect">
            <a:avLst/>
          </a:prstGeom>
        </p:spPr>
      </p:pic>
      <p:sp>
        <p:nvSpPr>
          <p:cNvPr id="3" name="矩形 2"/>
          <p:cNvSpPr>
            <a:spLocks noGrp="1"/>
          </p:cNvSpPr>
          <p:nvPr/>
        </p:nvSpPr>
        <p:spPr>
          <a:xfrm>
            <a:off x="6096000" y="1504950"/>
            <a:ext cx="5486400" cy="400050"/>
          </a:xfrm>
          <a:prstGeom prst="rect">
            <a:avLst/>
          </a:prstGeom>
          <a:noFill/>
          <a:ln w="0">
            <a:noFill/>
          </a:ln>
        </p:spPr>
        <p:txBody>
          <a:bodyPr lIns="0" tIns="0" rIns="0" bIns="0"/>
          <a:lstStyle>
            <a:defPPr>
              <a:defRPr sz="2175" b="1">
                <a:solidFill>
                  <a:srgbClr val="245BDD"/>
                </a:solidFill>
                <a:latin typeface="PingFang SC" panose="020B0400000000000000" charset="-122"/>
                <a:ea typeface="PingFang SC" panose="020B0400000000000000" charset="-122"/>
                <a:cs typeface="PingFang SC" panose="020B0400000000000000" charset="-122"/>
              </a:defRPr>
            </a:defPPr>
            <a:lvl1pPr>
              <a:defRPr sz="2175" b="1">
                <a:solidFill>
                  <a:srgbClr val="245BDD"/>
                </a:solidFill>
                <a:latin typeface="PingFang SC" panose="020B0400000000000000" charset="-122"/>
                <a:ea typeface="PingFang SC" panose="020B0400000000000000" charset="-122"/>
                <a:cs typeface="PingFang SC" panose="020B0400000000000000" charset="-122"/>
              </a:defRPr>
            </a:lvl1pPr>
            <a:lvl2pPr>
              <a:defRPr sz="2175" b="1">
                <a:solidFill>
                  <a:srgbClr val="245BDD"/>
                </a:solidFill>
                <a:latin typeface="PingFang SC" panose="020B0400000000000000" charset="-122"/>
                <a:ea typeface="PingFang SC" panose="020B0400000000000000" charset="-122"/>
                <a:cs typeface="PingFang SC" panose="020B0400000000000000" charset="-122"/>
              </a:defRPr>
            </a:lvl2pPr>
            <a:lvl3pPr>
              <a:defRPr sz="2175" b="1">
                <a:solidFill>
                  <a:srgbClr val="245BDD"/>
                </a:solidFill>
                <a:latin typeface="PingFang SC" panose="020B0400000000000000" charset="-122"/>
                <a:ea typeface="PingFang SC" panose="020B0400000000000000" charset="-122"/>
                <a:cs typeface="PingFang SC" panose="020B0400000000000000" charset="-122"/>
              </a:defRPr>
            </a:lvl3pPr>
            <a:lvl4pPr>
              <a:defRPr sz="2175" b="1">
                <a:solidFill>
                  <a:srgbClr val="245BDD"/>
                </a:solidFill>
                <a:latin typeface="PingFang SC" panose="020B0400000000000000" charset="-122"/>
                <a:ea typeface="PingFang SC" panose="020B0400000000000000" charset="-122"/>
                <a:cs typeface="PingFang SC" panose="020B0400000000000000" charset="-122"/>
              </a:defRPr>
            </a:lvl4pPr>
            <a:lvl5pPr>
              <a:defRPr sz="2175" b="1">
                <a:solidFill>
                  <a:srgbClr val="245BDD"/>
                </a:solidFill>
                <a:latin typeface="PingFang SC" panose="020B0400000000000000" charset="-122"/>
                <a:ea typeface="PingFang SC" panose="020B0400000000000000" charset="-122"/>
                <a:cs typeface="PingFang SC" panose="020B0400000000000000" charset="-122"/>
              </a:defRPr>
            </a:lvl5pPr>
            <a:lvl6pPr>
              <a:defRPr sz="2175" b="1">
                <a:solidFill>
                  <a:srgbClr val="245BDD"/>
                </a:solidFill>
                <a:latin typeface="PingFang SC" panose="020B0400000000000000" charset="-122"/>
                <a:ea typeface="PingFang SC" panose="020B0400000000000000" charset="-122"/>
                <a:cs typeface="PingFang SC" panose="020B0400000000000000" charset="-122"/>
              </a:defRPr>
            </a:lvl6pPr>
            <a:lvl7pPr>
              <a:defRPr sz="2175" b="1">
                <a:solidFill>
                  <a:srgbClr val="245BDD"/>
                </a:solidFill>
                <a:latin typeface="PingFang SC" panose="020B0400000000000000" charset="-122"/>
                <a:ea typeface="PingFang SC" panose="020B0400000000000000" charset="-122"/>
                <a:cs typeface="PingFang SC" panose="020B0400000000000000" charset="-122"/>
              </a:defRPr>
            </a:lvl7pPr>
            <a:lvl8pPr>
              <a:defRPr sz="2175" b="1">
                <a:solidFill>
                  <a:srgbClr val="245BDD"/>
                </a:solidFill>
                <a:latin typeface="PingFang SC" panose="020B0400000000000000" charset="-122"/>
                <a:ea typeface="PingFang SC" panose="020B0400000000000000" charset="-122"/>
                <a:cs typeface="PingFang SC" panose="020B0400000000000000" charset="-122"/>
              </a:defRPr>
            </a:lvl8pPr>
            <a:lvl9pPr>
              <a:defRPr sz="2175" b="1">
                <a:solidFill>
                  <a:srgbClr val="245BDD"/>
                </a:solidFill>
                <a:latin typeface="PingFang SC" panose="020B0400000000000000" charset="-122"/>
                <a:ea typeface="PingFang SC" panose="020B0400000000000000" charset="-122"/>
                <a:cs typeface="PingFang SC" panose="020B0400000000000000" charset="-122"/>
              </a:defRPr>
            </a:lvl9pPr>
          </a:lstStyle>
          <a:p>
            <a:pPr>
              <a:defRPr sz="2175" b="1">
                <a:solidFill>
                  <a:srgbClr val="245BDD"/>
                </a:solidFill>
                <a:latin typeface="PingFang SC" panose="020B0400000000000000" charset="-122"/>
                <a:ea typeface="PingFang SC" panose="020B0400000000000000" charset="-122"/>
                <a:cs typeface="PingFang SC" panose="020B0400000000000000" charset="-122"/>
              </a:defRPr>
            </a:pPr>
            <a:r>
              <a:rPr sz="2175" b="1">
                <a:solidFill>
                  <a:srgbClr val="245BDD"/>
                </a:solidFill>
                <a:latin typeface="PingFang SC" panose="020B0400000000000000" charset="-122"/>
                <a:ea typeface="PingFang SC" panose="020B0400000000000000" charset="-122"/>
                <a:cs typeface="PingFang SC" panose="020B0400000000000000" charset="-122"/>
              </a:rPr>
              <a:t>当前的设置</a:t>
            </a:r>
            <a:endParaRPr sz="21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6096000" y="1962150"/>
            <a:ext cx="5486400" cy="1095375"/>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defRPr sz="2025" b="0">
                <a:solidFill>
                  <a:srgbClr val="53627A"/>
                </a:solidFill>
                <a:latin typeface="PingFang SC" panose="020B0400000000000000" charset="-122"/>
                <a:ea typeface="PingFang SC" panose="020B0400000000000000" charset="-122"/>
                <a:cs typeface="PingFang SC" panose="020B0400000000000000" charset="-122"/>
              </a:defRPr>
            </a:lvl1pPr>
            <a:lvl2pPr>
              <a:defRPr sz="2025" b="0">
                <a:solidFill>
                  <a:srgbClr val="53627A"/>
                </a:solidFill>
                <a:latin typeface="PingFang SC" panose="020B0400000000000000" charset="-122"/>
                <a:ea typeface="PingFang SC" panose="020B0400000000000000" charset="-122"/>
                <a:cs typeface="PingFang SC" panose="020B0400000000000000" charset="-122"/>
              </a:defRPr>
            </a:lvl2pPr>
            <a:lvl3pPr>
              <a:defRPr sz="2025" b="0">
                <a:solidFill>
                  <a:srgbClr val="53627A"/>
                </a:solidFill>
                <a:latin typeface="PingFang SC" panose="020B0400000000000000" charset="-122"/>
                <a:ea typeface="PingFang SC" panose="020B0400000000000000" charset="-122"/>
                <a:cs typeface="PingFang SC" panose="020B0400000000000000" charset="-122"/>
              </a:defRPr>
            </a:lvl3pPr>
            <a:lvl4pPr>
              <a:defRPr sz="2025" b="0">
                <a:solidFill>
                  <a:srgbClr val="53627A"/>
                </a:solidFill>
                <a:latin typeface="PingFang SC" panose="020B0400000000000000" charset="-122"/>
                <a:ea typeface="PingFang SC" panose="020B0400000000000000" charset="-122"/>
                <a:cs typeface="PingFang SC" panose="020B0400000000000000" charset="-122"/>
              </a:defRPr>
            </a:lvl4pPr>
            <a:lvl5pPr>
              <a:defRPr sz="2025" b="0">
                <a:solidFill>
                  <a:srgbClr val="53627A"/>
                </a:solidFill>
                <a:latin typeface="PingFang SC" panose="020B0400000000000000" charset="-122"/>
                <a:ea typeface="PingFang SC" panose="020B0400000000000000" charset="-122"/>
                <a:cs typeface="PingFang SC" panose="020B0400000000000000" charset="-122"/>
              </a:defRPr>
            </a:lvl5pPr>
            <a:lvl6pPr>
              <a:defRPr sz="2025" b="0">
                <a:solidFill>
                  <a:srgbClr val="53627A"/>
                </a:solidFill>
                <a:latin typeface="PingFang SC" panose="020B0400000000000000" charset="-122"/>
                <a:ea typeface="PingFang SC" panose="020B0400000000000000" charset="-122"/>
                <a:cs typeface="PingFang SC" panose="020B0400000000000000" charset="-122"/>
              </a:defRPr>
            </a:lvl6pPr>
            <a:lvl7pPr>
              <a:defRPr sz="2025" b="0">
                <a:solidFill>
                  <a:srgbClr val="53627A"/>
                </a:solidFill>
                <a:latin typeface="PingFang SC" panose="020B0400000000000000" charset="-122"/>
                <a:ea typeface="PingFang SC" panose="020B0400000000000000" charset="-122"/>
                <a:cs typeface="PingFang SC" panose="020B0400000000000000" charset="-122"/>
              </a:defRPr>
            </a:lvl7pPr>
            <a:lvl8pPr>
              <a:defRPr sz="2025" b="0">
                <a:solidFill>
                  <a:srgbClr val="53627A"/>
                </a:solidFill>
                <a:latin typeface="PingFang SC" panose="020B0400000000000000" charset="-122"/>
                <a:ea typeface="PingFang SC" panose="020B0400000000000000" charset="-122"/>
                <a:cs typeface="PingFang SC" panose="020B0400000000000000" charset="-122"/>
              </a:defRPr>
            </a:lvl8pPr>
            <a:lvl9pPr>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人物是 Juli Baker，朗读语言为英语，</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使用预设声音 Chloe，语速为 1.0。</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6096000" y="3067050"/>
            <a:ext cx="5486400" cy="400050"/>
          </a:xfrm>
          <a:prstGeom prst="rect">
            <a:avLst/>
          </a:prstGeom>
          <a:noFill/>
          <a:ln w="0">
            <a:noFill/>
          </a:ln>
        </p:spPr>
        <p:txBody>
          <a:bodyPr lIns="0" tIns="0" rIns="0" bIns="0"/>
          <a:lstStyle>
            <a:defPPr>
              <a:defRPr sz="2175" b="1">
                <a:solidFill>
                  <a:srgbClr val="245BDD"/>
                </a:solidFill>
                <a:latin typeface="PingFang SC" panose="020B0400000000000000" charset="-122"/>
                <a:ea typeface="PingFang SC" panose="020B0400000000000000" charset="-122"/>
                <a:cs typeface="PingFang SC" panose="020B0400000000000000" charset="-122"/>
              </a:defRPr>
            </a:defPPr>
            <a:lvl1pPr>
              <a:defRPr sz="2175" b="1">
                <a:solidFill>
                  <a:srgbClr val="245BDD"/>
                </a:solidFill>
                <a:latin typeface="PingFang SC" panose="020B0400000000000000" charset="-122"/>
                <a:ea typeface="PingFang SC" panose="020B0400000000000000" charset="-122"/>
                <a:cs typeface="PingFang SC" panose="020B0400000000000000" charset="-122"/>
              </a:defRPr>
            </a:lvl1pPr>
            <a:lvl2pPr>
              <a:defRPr sz="2175" b="1">
                <a:solidFill>
                  <a:srgbClr val="245BDD"/>
                </a:solidFill>
                <a:latin typeface="PingFang SC" panose="020B0400000000000000" charset="-122"/>
                <a:ea typeface="PingFang SC" panose="020B0400000000000000" charset="-122"/>
                <a:cs typeface="PingFang SC" panose="020B0400000000000000" charset="-122"/>
              </a:defRPr>
            </a:lvl2pPr>
            <a:lvl3pPr>
              <a:defRPr sz="2175" b="1">
                <a:solidFill>
                  <a:srgbClr val="245BDD"/>
                </a:solidFill>
                <a:latin typeface="PingFang SC" panose="020B0400000000000000" charset="-122"/>
                <a:ea typeface="PingFang SC" panose="020B0400000000000000" charset="-122"/>
                <a:cs typeface="PingFang SC" panose="020B0400000000000000" charset="-122"/>
              </a:defRPr>
            </a:lvl3pPr>
            <a:lvl4pPr>
              <a:defRPr sz="2175" b="1">
                <a:solidFill>
                  <a:srgbClr val="245BDD"/>
                </a:solidFill>
                <a:latin typeface="PingFang SC" panose="020B0400000000000000" charset="-122"/>
                <a:ea typeface="PingFang SC" panose="020B0400000000000000" charset="-122"/>
                <a:cs typeface="PingFang SC" panose="020B0400000000000000" charset="-122"/>
              </a:defRPr>
            </a:lvl4pPr>
            <a:lvl5pPr>
              <a:defRPr sz="2175" b="1">
                <a:solidFill>
                  <a:srgbClr val="245BDD"/>
                </a:solidFill>
                <a:latin typeface="PingFang SC" panose="020B0400000000000000" charset="-122"/>
                <a:ea typeface="PingFang SC" panose="020B0400000000000000" charset="-122"/>
                <a:cs typeface="PingFang SC" panose="020B0400000000000000" charset="-122"/>
              </a:defRPr>
            </a:lvl5pPr>
            <a:lvl6pPr>
              <a:defRPr sz="2175" b="1">
                <a:solidFill>
                  <a:srgbClr val="245BDD"/>
                </a:solidFill>
                <a:latin typeface="PingFang SC" panose="020B0400000000000000" charset="-122"/>
                <a:ea typeface="PingFang SC" panose="020B0400000000000000" charset="-122"/>
                <a:cs typeface="PingFang SC" panose="020B0400000000000000" charset="-122"/>
              </a:defRPr>
            </a:lvl6pPr>
            <a:lvl7pPr>
              <a:defRPr sz="2175" b="1">
                <a:solidFill>
                  <a:srgbClr val="245BDD"/>
                </a:solidFill>
                <a:latin typeface="PingFang SC" panose="020B0400000000000000" charset="-122"/>
                <a:ea typeface="PingFang SC" panose="020B0400000000000000" charset="-122"/>
                <a:cs typeface="PingFang SC" panose="020B0400000000000000" charset="-122"/>
              </a:defRPr>
            </a:lvl7pPr>
            <a:lvl8pPr>
              <a:defRPr sz="2175" b="1">
                <a:solidFill>
                  <a:srgbClr val="245BDD"/>
                </a:solidFill>
                <a:latin typeface="PingFang SC" panose="020B0400000000000000" charset="-122"/>
                <a:ea typeface="PingFang SC" panose="020B0400000000000000" charset="-122"/>
                <a:cs typeface="PingFang SC" panose="020B0400000000000000" charset="-122"/>
              </a:defRPr>
            </a:lvl8pPr>
            <a:lvl9pPr>
              <a:defRPr sz="2175" b="1">
                <a:solidFill>
                  <a:srgbClr val="245BDD"/>
                </a:solidFill>
                <a:latin typeface="PingFang SC" panose="020B0400000000000000" charset="-122"/>
                <a:ea typeface="PingFang SC" panose="020B0400000000000000" charset="-122"/>
                <a:cs typeface="PingFang SC" panose="020B0400000000000000" charset="-122"/>
              </a:defRPr>
            </a:lvl9pPr>
          </a:lstStyle>
          <a:p>
            <a:pPr>
              <a:defRPr sz="2175" b="1">
                <a:solidFill>
                  <a:srgbClr val="245BDD"/>
                </a:solidFill>
                <a:latin typeface="PingFang SC" panose="020B0400000000000000" charset="-122"/>
                <a:ea typeface="PingFang SC" panose="020B0400000000000000" charset="-122"/>
                <a:cs typeface="PingFang SC" panose="020B0400000000000000" charset="-122"/>
              </a:defRPr>
            </a:pPr>
            <a:r>
              <a:rPr sz="2175" b="1">
                <a:solidFill>
                  <a:srgbClr val="245BDD"/>
                </a:solidFill>
                <a:latin typeface="PingFang SC" panose="020B0400000000000000" charset="-122"/>
                <a:ea typeface="PingFang SC" panose="020B0400000000000000" charset="-122"/>
                <a:cs typeface="PingFang SC" panose="020B0400000000000000" charset="-122"/>
              </a:rPr>
              <a:t>同一句话比较不同声音</a:t>
            </a:r>
            <a:endParaRPr sz="21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6" name="矩形 5"/>
          <p:cNvSpPr>
            <a:spLocks noGrp="1"/>
          </p:cNvSpPr>
          <p:nvPr/>
        </p:nvSpPr>
        <p:spPr>
          <a:xfrm>
            <a:off x="6096000" y="3524250"/>
            <a:ext cx="5486400" cy="1095375"/>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defRPr sz="2025" b="0">
                <a:solidFill>
                  <a:srgbClr val="53627A"/>
                </a:solidFill>
                <a:latin typeface="PingFang SC" panose="020B0400000000000000" charset="-122"/>
                <a:ea typeface="PingFang SC" panose="020B0400000000000000" charset="-122"/>
                <a:cs typeface="PingFang SC" panose="020B0400000000000000" charset="-122"/>
              </a:defRPr>
            </a:lvl1pPr>
            <a:lvl2pPr>
              <a:defRPr sz="2025" b="0">
                <a:solidFill>
                  <a:srgbClr val="53627A"/>
                </a:solidFill>
                <a:latin typeface="PingFang SC" panose="020B0400000000000000" charset="-122"/>
                <a:ea typeface="PingFang SC" panose="020B0400000000000000" charset="-122"/>
                <a:cs typeface="PingFang SC" panose="020B0400000000000000" charset="-122"/>
              </a:defRPr>
            </a:lvl2pPr>
            <a:lvl3pPr>
              <a:defRPr sz="2025" b="0">
                <a:solidFill>
                  <a:srgbClr val="53627A"/>
                </a:solidFill>
                <a:latin typeface="PingFang SC" panose="020B0400000000000000" charset="-122"/>
                <a:ea typeface="PingFang SC" panose="020B0400000000000000" charset="-122"/>
                <a:cs typeface="PingFang SC" panose="020B0400000000000000" charset="-122"/>
              </a:defRPr>
            </a:lvl3pPr>
            <a:lvl4pPr>
              <a:defRPr sz="2025" b="0">
                <a:solidFill>
                  <a:srgbClr val="53627A"/>
                </a:solidFill>
                <a:latin typeface="PingFang SC" panose="020B0400000000000000" charset="-122"/>
                <a:ea typeface="PingFang SC" panose="020B0400000000000000" charset="-122"/>
                <a:cs typeface="PingFang SC" panose="020B0400000000000000" charset="-122"/>
              </a:defRPr>
            </a:lvl4pPr>
            <a:lvl5pPr>
              <a:defRPr sz="2025" b="0">
                <a:solidFill>
                  <a:srgbClr val="53627A"/>
                </a:solidFill>
                <a:latin typeface="PingFang SC" panose="020B0400000000000000" charset="-122"/>
                <a:ea typeface="PingFang SC" panose="020B0400000000000000" charset="-122"/>
                <a:cs typeface="PingFang SC" panose="020B0400000000000000" charset="-122"/>
              </a:defRPr>
            </a:lvl5pPr>
            <a:lvl6pPr>
              <a:defRPr sz="2025" b="0">
                <a:solidFill>
                  <a:srgbClr val="53627A"/>
                </a:solidFill>
                <a:latin typeface="PingFang SC" panose="020B0400000000000000" charset="-122"/>
                <a:ea typeface="PingFang SC" panose="020B0400000000000000" charset="-122"/>
                <a:cs typeface="PingFang SC" panose="020B0400000000000000" charset="-122"/>
              </a:defRPr>
            </a:lvl6pPr>
            <a:lvl7pPr>
              <a:defRPr sz="2025" b="0">
                <a:solidFill>
                  <a:srgbClr val="53627A"/>
                </a:solidFill>
                <a:latin typeface="PingFang SC" panose="020B0400000000000000" charset="-122"/>
                <a:ea typeface="PingFang SC" panose="020B0400000000000000" charset="-122"/>
                <a:cs typeface="PingFang SC" panose="020B0400000000000000" charset="-122"/>
              </a:defRPr>
            </a:lvl7pPr>
            <a:lvl8pPr>
              <a:defRPr sz="2025" b="0">
                <a:solidFill>
                  <a:srgbClr val="53627A"/>
                </a:solidFill>
                <a:latin typeface="PingFang SC" panose="020B0400000000000000" charset="-122"/>
                <a:ea typeface="PingFang SC" panose="020B0400000000000000" charset="-122"/>
                <a:cs typeface="PingFang SC" panose="020B0400000000000000" charset="-122"/>
              </a:defRPr>
            </a:lvl8pPr>
            <a:lvl9pPr>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右侧可输入试听文本，再试听当前人物。</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使用同样的句子，比较谁更容易听出差别。</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7" name="矩形 6"/>
          <p:cNvSpPr>
            <a:spLocks noGrp="1"/>
          </p:cNvSpPr>
          <p:nvPr/>
        </p:nvSpPr>
        <p:spPr>
          <a:xfrm>
            <a:off x="6096000" y="4629150"/>
            <a:ext cx="5486400" cy="400050"/>
          </a:xfrm>
          <a:prstGeom prst="rect">
            <a:avLst/>
          </a:prstGeom>
          <a:noFill/>
          <a:ln w="0">
            <a:noFill/>
          </a:ln>
        </p:spPr>
        <p:txBody>
          <a:bodyPr lIns="0" tIns="0" rIns="0" bIns="0"/>
          <a:lstStyle>
            <a:defPPr>
              <a:defRPr sz="2175" b="1">
                <a:solidFill>
                  <a:srgbClr val="245BDD"/>
                </a:solidFill>
                <a:latin typeface="PingFang SC" panose="020B0400000000000000" charset="-122"/>
                <a:ea typeface="PingFang SC" panose="020B0400000000000000" charset="-122"/>
                <a:cs typeface="PingFang SC" panose="020B0400000000000000" charset="-122"/>
              </a:defRPr>
            </a:defPPr>
            <a:lvl1pPr>
              <a:defRPr sz="2175" b="1">
                <a:solidFill>
                  <a:srgbClr val="245BDD"/>
                </a:solidFill>
                <a:latin typeface="PingFang SC" panose="020B0400000000000000" charset="-122"/>
                <a:ea typeface="PingFang SC" panose="020B0400000000000000" charset="-122"/>
                <a:cs typeface="PingFang SC" panose="020B0400000000000000" charset="-122"/>
              </a:defRPr>
            </a:lvl1pPr>
            <a:lvl2pPr>
              <a:defRPr sz="2175" b="1">
                <a:solidFill>
                  <a:srgbClr val="245BDD"/>
                </a:solidFill>
                <a:latin typeface="PingFang SC" panose="020B0400000000000000" charset="-122"/>
                <a:ea typeface="PingFang SC" panose="020B0400000000000000" charset="-122"/>
                <a:cs typeface="PingFang SC" panose="020B0400000000000000" charset="-122"/>
              </a:defRPr>
            </a:lvl2pPr>
            <a:lvl3pPr>
              <a:defRPr sz="2175" b="1">
                <a:solidFill>
                  <a:srgbClr val="245BDD"/>
                </a:solidFill>
                <a:latin typeface="PingFang SC" panose="020B0400000000000000" charset="-122"/>
                <a:ea typeface="PingFang SC" panose="020B0400000000000000" charset="-122"/>
                <a:cs typeface="PingFang SC" panose="020B0400000000000000" charset="-122"/>
              </a:defRPr>
            </a:lvl3pPr>
            <a:lvl4pPr>
              <a:defRPr sz="2175" b="1">
                <a:solidFill>
                  <a:srgbClr val="245BDD"/>
                </a:solidFill>
                <a:latin typeface="PingFang SC" panose="020B0400000000000000" charset="-122"/>
                <a:ea typeface="PingFang SC" panose="020B0400000000000000" charset="-122"/>
                <a:cs typeface="PingFang SC" panose="020B0400000000000000" charset="-122"/>
              </a:defRPr>
            </a:lvl4pPr>
            <a:lvl5pPr>
              <a:defRPr sz="2175" b="1">
                <a:solidFill>
                  <a:srgbClr val="245BDD"/>
                </a:solidFill>
                <a:latin typeface="PingFang SC" panose="020B0400000000000000" charset="-122"/>
                <a:ea typeface="PingFang SC" panose="020B0400000000000000" charset="-122"/>
                <a:cs typeface="PingFang SC" panose="020B0400000000000000" charset="-122"/>
              </a:defRPr>
            </a:lvl5pPr>
            <a:lvl6pPr>
              <a:defRPr sz="2175" b="1">
                <a:solidFill>
                  <a:srgbClr val="245BDD"/>
                </a:solidFill>
                <a:latin typeface="PingFang SC" panose="020B0400000000000000" charset="-122"/>
                <a:ea typeface="PingFang SC" panose="020B0400000000000000" charset="-122"/>
                <a:cs typeface="PingFang SC" panose="020B0400000000000000" charset="-122"/>
              </a:defRPr>
            </a:lvl6pPr>
            <a:lvl7pPr>
              <a:defRPr sz="2175" b="1">
                <a:solidFill>
                  <a:srgbClr val="245BDD"/>
                </a:solidFill>
                <a:latin typeface="PingFang SC" panose="020B0400000000000000" charset="-122"/>
                <a:ea typeface="PingFang SC" panose="020B0400000000000000" charset="-122"/>
                <a:cs typeface="PingFang SC" panose="020B0400000000000000" charset="-122"/>
              </a:defRPr>
            </a:lvl7pPr>
            <a:lvl8pPr>
              <a:defRPr sz="2175" b="1">
                <a:solidFill>
                  <a:srgbClr val="245BDD"/>
                </a:solidFill>
                <a:latin typeface="PingFang SC" panose="020B0400000000000000" charset="-122"/>
                <a:ea typeface="PingFang SC" panose="020B0400000000000000" charset="-122"/>
                <a:cs typeface="PingFang SC" panose="020B0400000000000000" charset="-122"/>
              </a:defRPr>
            </a:lvl8pPr>
            <a:lvl9pPr>
              <a:defRPr sz="2175" b="1">
                <a:solidFill>
                  <a:srgbClr val="245BDD"/>
                </a:solidFill>
                <a:latin typeface="PingFang SC" panose="020B0400000000000000" charset="-122"/>
                <a:ea typeface="PingFang SC" panose="020B0400000000000000" charset="-122"/>
                <a:cs typeface="PingFang SC" panose="020B0400000000000000" charset="-122"/>
              </a:defRPr>
            </a:lvl9pPr>
          </a:lstStyle>
          <a:p>
            <a:pPr>
              <a:defRPr sz="2175" b="1">
                <a:solidFill>
                  <a:srgbClr val="245BDD"/>
                </a:solidFill>
                <a:latin typeface="PingFang SC" panose="020B0400000000000000" charset="-122"/>
                <a:ea typeface="PingFang SC" panose="020B0400000000000000" charset="-122"/>
                <a:cs typeface="PingFang SC" panose="020B0400000000000000" charset="-122"/>
              </a:defRPr>
            </a:pPr>
            <a:r>
              <a:rPr sz="2175" b="1">
                <a:solidFill>
                  <a:srgbClr val="245BDD"/>
                </a:solidFill>
                <a:latin typeface="PingFang SC" panose="020B0400000000000000" charset="-122"/>
                <a:ea typeface="PingFang SC" panose="020B0400000000000000" charset="-122"/>
                <a:cs typeface="PingFang SC" panose="020B0400000000000000" charset="-122"/>
              </a:rPr>
              <a:t>满意后保留参考录音</a:t>
            </a:r>
            <a:endParaRPr sz="21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8" name="矩形 7"/>
          <p:cNvSpPr>
            <a:spLocks noGrp="1"/>
          </p:cNvSpPr>
          <p:nvPr/>
        </p:nvSpPr>
        <p:spPr>
          <a:xfrm>
            <a:off x="6096000" y="5086350"/>
            <a:ext cx="5486400" cy="1095375"/>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defRPr sz="2025" b="0">
                <a:solidFill>
                  <a:srgbClr val="53627A"/>
                </a:solidFill>
                <a:latin typeface="PingFang SC" panose="020B0400000000000000" charset="-122"/>
                <a:ea typeface="PingFang SC" panose="020B0400000000000000" charset="-122"/>
                <a:cs typeface="PingFang SC" panose="020B0400000000000000" charset="-122"/>
              </a:defRPr>
            </a:lvl1pPr>
            <a:lvl2pPr>
              <a:defRPr sz="2025" b="0">
                <a:solidFill>
                  <a:srgbClr val="53627A"/>
                </a:solidFill>
                <a:latin typeface="PingFang SC" panose="020B0400000000000000" charset="-122"/>
                <a:ea typeface="PingFang SC" panose="020B0400000000000000" charset="-122"/>
                <a:cs typeface="PingFang SC" panose="020B0400000000000000" charset="-122"/>
              </a:defRPr>
            </a:lvl2pPr>
            <a:lvl3pPr>
              <a:defRPr sz="2025" b="0">
                <a:solidFill>
                  <a:srgbClr val="53627A"/>
                </a:solidFill>
                <a:latin typeface="PingFang SC" panose="020B0400000000000000" charset="-122"/>
                <a:ea typeface="PingFang SC" panose="020B0400000000000000" charset="-122"/>
                <a:cs typeface="PingFang SC" panose="020B0400000000000000" charset="-122"/>
              </a:defRPr>
            </a:lvl3pPr>
            <a:lvl4pPr>
              <a:defRPr sz="2025" b="0">
                <a:solidFill>
                  <a:srgbClr val="53627A"/>
                </a:solidFill>
                <a:latin typeface="PingFang SC" panose="020B0400000000000000" charset="-122"/>
                <a:ea typeface="PingFang SC" panose="020B0400000000000000" charset="-122"/>
                <a:cs typeface="PingFang SC" panose="020B0400000000000000" charset="-122"/>
              </a:defRPr>
            </a:lvl4pPr>
            <a:lvl5pPr>
              <a:defRPr sz="2025" b="0">
                <a:solidFill>
                  <a:srgbClr val="53627A"/>
                </a:solidFill>
                <a:latin typeface="PingFang SC" panose="020B0400000000000000" charset="-122"/>
                <a:ea typeface="PingFang SC" panose="020B0400000000000000" charset="-122"/>
                <a:cs typeface="PingFang SC" panose="020B0400000000000000" charset="-122"/>
              </a:defRPr>
            </a:lvl5pPr>
            <a:lvl6pPr>
              <a:defRPr sz="2025" b="0">
                <a:solidFill>
                  <a:srgbClr val="53627A"/>
                </a:solidFill>
                <a:latin typeface="PingFang SC" panose="020B0400000000000000" charset="-122"/>
                <a:ea typeface="PingFang SC" panose="020B0400000000000000" charset="-122"/>
                <a:cs typeface="PingFang SC" panose="020B0400000000000000" charset="-122"/>
              </a:defRPr>
            </a:lvl6pPr>
            <a:lvl7pPr>
              <a:defRPr sz="2025" b="0">
                <a:solidFill>
                  <a:srgbClr val="53627A"/>
                </a:solidFill>
                <a:latin typeface="PingFang SC" panose="020B0400000000000000" charset="-122"/>
                <a:ea typeface="PingFang SC" panose="020B0400000000000000" charset="-122"/>
                <a:cs typeface="PingFang SC" panose="020B0400000000000000" charset="-122"/>
              </a:defRPr>
            </a:lvl7pPr>
            <a:lvl8pPr>
              <a:defRPr sz="2025" b="0">
                <a:solidFill>
                  <a:srgbClr val="53627A"/>
                </a:solidFill>
                <a:latin typeface="PingFang SC" panose="020B0400000000000000" charset="-122"/>
                <a:ea typeface="PingFang SC" panose="020B0400000000000000" charset="-122"/>
                <a:cs typeface="PingFang SC" panose="020B0400000000000000" charset="-122"/>
              </a:defRPr>
            </a:lvl8pPr>
            <a:lvl9pPr>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可固定一次满意的试听，供后续复用。</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描述声音也能采用这种方式减少变化。</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9" name="矩形 8"/>
          <p:cNvSpPr>
            <a:spLocks noGrp="1"/>
          </p:cNvSpPr>
          <p:nvPr/>
        </p:nvSpPr>
        <p:spPr>
          <a:xfrm>
            <a:off x="609600" y="6124575"/>
            <a:ext cx="10382250" cy="38100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defRPr sz="1350" b="0">
                <a:solidFill>
                  <a:srgbClr val="53627A"/>
                </a:solidFill>
                <a:latin typeface="PingFang SC" panose="020B0400000000000000" charset="-122"/>
                <a:ea typeface="PingFang SC" panose="020B0400000000000000" charset="-122"/>
                <a:cs typeface="PingFang SC" panose="020B0400000000000000" charset="-122"/>
              </a:defRPr>
            </a:lvl1pPr>
            <a:lvl2pPr>
              <a:defRPr sz="1350" b="0">
                <a:solidFill>
                  <a:srgbClr val="53627A"/>
                </a:solidFill>
                <a:latin typeface="PingFang SC" panose="020B0400000000000000" charset="-122"/>
                <a:ea typeface="PingFang SC" panose="020B0400000000000000" charset="-122"/>
                <a:cs typeface="PingFang SC" panose="020B0400000000000000" charset="-122"/>
              </a:defRPr>
            </a:lvl2pPr>
            <a:lvl3pPr>
              <a:defRPr sz="1350" b="0">
                <a:solidFill>
                  <a:srgbClr val="53627A"/>
                </a:solidFill>
                <a:latin typeface="PingFang SC" panose="020B0400000000000000" charset="-122"/>
                <a:ea typeface="PingFang SC" panose="020B0400000000000000" charset="-122"/>
                <a:cs typeface="PingFang SC" panose="020B0400000000000000" charset="-122"/>
              </a:defRPr>
            </a:lvl3pPr>
            <a:lvl4pPr>
              <a:defRPr sz="1350" b="0">
                <a:solidFill>
                  <a:srgbClr val="53627A"/>
                </a:solidFill>
                <a:latin typeface="PingFang SC" panose="020B0400000000000000" charset="-122"/>
                <a:ea typeface="PingFang SC" panose="020B0400000000000000" charset="-122"/>
                <a:cs typeface="PingFang SC" panose="020B0400000000000000" charset="-122"/>
              </a:defRPr>
            </a:lvl4pPr>
            <a:lvl5pPr>
              <a:defRPr sz="1350" b="0">
                <a:solidFill>
                  <a:srgbClr val="53627A"/>
                </a:solidFill>
                <a:latin typeface="PingFang SC" panose="020B0400000000000000" charset="-122"/>
                <a:ea typeface="PingFang SC" panose="020B0400000000000000" charset="-122"/>
                <a:cs typeface="PingFang SC" panose="020B0400000000000000" charset="-122"/>
              </a:defRPr>
            </a:lvl5pPr>
            <a:lvl6pPr>
              <a:defRPr sz="1350" b="0">
                <a:solidFill>
                  <a:srgbClr val="53627A"/>
                </a:solidFill>
                <a:latin typeface="PingFang SC" panose="020B0400000000000000" charset="-122"/>
                <a:ea typeface="PingFang SC" panose="020B0400000000000000" charset="-122"/>
                <a:cs typeface="PingFang SC" panose="020B0400000000000000" charset="-122"/>
              </a:defRPr>
            </a:lvl6pPr>
            <a:lvl7pPr>
              <a:defRPr sz="1350" b="0">
                <a:solidFill>
                  <a:srgbClr val="53627A"/>
                </a:solidFill>
                <a:latin typeface="PingFang SC" panose="020B0400000000000000" charset="-122"/>
                <a:ea typeface="PingFang SC" panose="020B0400000000000000" charset="-122"/>
                <a:cs typeface="PingFang SC" panose="020B0400000000000000" charset="-122"/>
              </a:defRPr>
            </a:lvl7pPr>
            <a:lvl8pPr>
              <a:defRPr sz="1350" b="0">
                <a:solidFill>
                  <a:srgbClr val="53627A"/>
                </a:solidFill>
                <a:latin typeface="PingFang SC" panose="020B0400000000000000" charset="-122"/>
                <a:ea typeface="PingFang SC" panose="020B0400000000000000" charset="-122"/>
                <a:cs typeface="PingFang SC" panose="020B0400000000000000" charset="-122"/>
              </a:defRPr>
            </a:lvl8pPr>
            <a:lvl9pPr>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对应“给人物安排声音”。当前截图展示配置，本轮没有重新合成试听</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10" name="矩形 9"/>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defRPr sz="1275" b="0">
                <a:solidFill>
                  <a:srgbClr val="53627A"/>
                </a:solidFill>
                <a:latin typeface="PingFang SC" panose="020B0400000000000000" charset="-122"/>
                <a:ea typeface="PingFang SC" panose="020B0400000000000000" charset="-122"/>
                <a:cs typeface="PingFang SC" panose="020B0400000000000000" charset="-122"/>
              </a:defRPr>
            </a:lvl1pPr>
            <a:lvl2pPr>
              <a:defRPr sz="1275" b="0">
                <a:solidFill>
                  <a:srgbClr val="53627A"/>
                </a:solidFill>
                <a:latin typeface="PingFang SC" panose="020B0400000000000000" charset="-122"/>
                <a:ea typeface="PingFang SC" panose="020B0400000000000000" charset="-122"/>
                <a:cs typeface="PingFang SC" panose="020B0400000000000000" charset="-122"/>
              </a:defRPr>
            </a:lvl2pPr>
            <a:lvl3pPr>
              <a:defRPr sz="1275" b="0">
                <a:solidFill>
                  <a:srgbClr val="53627A"/>
                </a:solidFill>
                <a:latin typeface="PingFang SC" panose="020B0400000000000000" charset="-122"/>
                <a:ea typeface="PingFang SC" panose="020B0400000000000000" charset="-122"/>
                <a:cs typeface="PingFang SC" panose="020B0400000000000000" charset="-122"/>
              </a:defRPr>
            </a:lvl3pPr>
            <a:lvl4pPr>
              <a:defRPr sz="1275" b="0">
                <a:solidFill>
                  <a:srgbClr val="53627A"/>
                </a:solidFill>
                <a:latin typeface="PingFang SC" panose="020B0400000000000000" charset="-122"/>
                <a:ea typeface="PingFang SC" panose="020B0400000000000000" charset="-122"/>
                <a:cs typeface="PingFang SC" panose="020B0400000000000000" charset="-122"/>
              </a:defRPr>
            </a:lvl4pPr>
            <a:lvl5pPr>
              <a:defRPr sz="1275" b="0">
                <a:solidFill>
                  <a:srgbClr val="53627A"/>
                </a:solidFill>
                <a:latin typeface="PingFang SC" panose="020B0400000000000000" charset="-122"/>
                <a:ea typeface="PingFang SC" panose="020B0400000000000000" charset="-122"/>
                <a:cs typeface="PingFang SC" panose="020B0400000000000000" charset="-122"/>
              </a:defRPr>
            </a:lvl5pPr>
            <a:lvl6pPr>
              <a:defRPr sz="1275" b="0">
                <a:solidFill>
                  <a:srgbClr val="53627A"/>
                </a:solidFill>
                <a:latin typeface="PingFang SC" panose="020B0400000000000000" charset="-122"/>
                <a:ea typeface="PingFang SC" panose="020B0400000000000000" charset="-122"/>
                <a:cs typeface="PingFang SC" panose="020B0400000000000000" charset="-122"/>
              </a:defRPr>
            </a:lvl6pPr>
            <a:lvl7pPr>
              <a:defRPr sz="1275" b="0">
                <a:solidFill>
                  <a:srgbClr val="53627A"/>
                </a:solidFill>
                <a:latin typeface="PingFang SC" panose="020B0400000000000000" charset="-122"/>
                <a:ea typeface="PingFang SC" panose="020B0400000000000000" charset="-122"/>
                <a:cs typeface="PingFang SC" panose="020B0400000000000000" charset="-122"/>
              </a:defRPr>
            </a:lvl7pPr>
            <a:lvl8pPr>
              <a:defRPr sz="1275" b="0">
                <a:solidFill>
                  <a:srgbClr val="53627A"/>
                </a:solidFill>
                <a:latin typeface="PingFang SC" panose="020B0400000000000000" charset="-122"/>
                <a:ea typeface="PingFang SC" panose="020B0400000000000000" charset="-122"/>
                <a:cs typeface="PingFang SC" panose="020B0400000000000000" charset="-122"/>
              </a:defRPr>
            </a:lvl8pPr>
            <a:lvl9pPr>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15</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sp>
        <p:nvSpPr>
          <p:cNvPr id="5" name="矩形 4"/>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生成之后，重点检查哪几类问题</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16</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graphicFrame>
        <p:nvGraphicFramePr>
          <p:cNvPr id="3" name="表格 2"/>
          <p:cNvGraphicFramePr/>
          <p:nvPr/>
        </p:nvGraphicFramePr>
        <p:xfrm>
          <a:off x="609600" y="1743075"/>
          <a:ext cx="10972800" cy="3524250"/>
        </p:xfrm>
        <a:graphic>
          <a:graphicData uri="http://schemas.openxmlformats.org/drawingml/2006/table">
            <a:tbl>
              <a:tblPr/>
              <a:tblGrid>
                <a:gridCol w="2286000"/>
                <a:gridCol w="4762500"/>
                <a:gridCol w="3924300"/>
              </a:tblGrid>
              <a:tr h="704850">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要检查什么</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程序怎样找疑点</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人还需要注意什么</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r>
              <a:tr h="704850">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有没有读错</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把录音转成文字，再与原文比较</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文字可能识别错，不能直接删声音</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704850">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两段连得顺不顺</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查看句尾句首、音量和停顿</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爆音、卡顿和长停顿需要试听</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r h="704850">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人物声音变没变</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与该人物已确认的录音比较</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情绪变化也会让声音听起来不同</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704850">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文件是否正常</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检查过响、长时间无声及能否播放</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文件能播放，不等于每句话都合格</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bl>
          </a:graphicData>
        </a:graphic>
      </p:graphicFrame>
      <p:sp>
        <p:nvSpPr>
          <p:cNvPr id="4" name="矩形 3"/>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每项分别标记“通过”“有问题”或“还没查清”，没查清不会自动算通过</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cxnSp>
        <p:nvCxnSpPr>
          <p:cNvPr id="10" name="直接箭头连接符 9"/>
          <p:cNvCxnSpPr>
            <a:stCxn id="6" idx="3"/>
            <a:endCxn id="7" idx="1"/>
          </p:cNvCxnSpPr>
          <p:nvPr/>
        </p:nvCxnSpPr>
        <p:spPr>
          <a:xfrm>
            <a:off x="8686800" y="3190875"/>
            <a:ext cx="609600" cy="0"/>
          </a:xfrm>
          <a:prstGeom prst="straightConnector1">
            <a:avLst/>
          </a:prstGeom>
          <a:ln w="23813">
            <a:solidFill>
              <a:srgbClr val="245BDD"/>
            </a:solidFill>
            <a:tailEnd type="triangle" w="med" len="med"/>
          </a:ln>
        </p:spPr>
      </p:cxnSp>
      <p:cxnSp>
        <p:nvCxnSpPr>
          <p:cNvPr id="9" name="直接箭头连接符 8"/>
          <p:cNvCxnSpPr>
            <a:stCxn id="5" idx="3"/>
            <a:endCxn id="6" idx="1"/>
          </p:cNvCxnSpPr>
          <p:nvPr/>
        </p:nvCxnSpPr>
        <p:spPr>
          <a:xfrm>
            <a:off x="5791200" y="3190875"/>
            <a:ext cx="609600" cy="0"/>
          </a:xfrm>
          <a:prstGeom prst="straightConnector1">
            <a:avLst/>
          </a:prstGeom>
          <a:ln w="23813">
            <a:solidFill>
              <a:srgbClr val="245BDD"/>
            </a:solidFill>
            <a:tailEnd type="triangle" w="med" len="med"/>
          </a:ln>
        </p:spPr>
      </p:cxnSp>
      <p:cxnSp>
        <p:nvCxnSpPr>
          <p:cNvPr id="8" name="直接箭头连接符 7"/>
          <p:cNvCxnSpPr>
            <a:stCxn id="4" idx="3"/>
            <a:endCxn id="5" idx="1"/>
          </p:cNvCxnSpPr>
          <p:nvPr/>
        </p:nvCxnSpPr>
        <p:spPr>
          <a:xfrm>
            <a:off x="2895600" y="3190875"/>
            <a:ext cx="609600" cy="0"/>
          </a:xfrm>
          <a:prstGeom prst="straightConnector1">
            <a:avLst/>
          </a:prstGeom>
          <a:ln w="23813">
            <a:solidFill>
              <a:srgbClr val="245BDD"/>
            </a:solidFill>
            <a:tailEnd type="triangle" w="med" len="med"/>
          </a:ln>
        </p:spPr>
      </p:cxnSp>
      <p:sp>
        <p:nvSpPr>
          <p:cNvPr id="14" name="矩形 13"/>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音频检查的完整过程</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17</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3" name="矩形 2"/>
          <p:cNvSpPr>
            <a:spLocks noGrp="1"/>
          </p:cNvSpPr>
          <p:nvPr/>
        </p:nvSpPr>
        <p:spPr>
          <a:xfrm>
            <a:off x="609600" y="1552575"/>
            <a:ext cx="10972800" cy="742950"/>
          </a:xfrm>
          <a:prstGeom prst="rect">
            <a:avLst/>
          </a:prstGeom>
          <a:noFill/>
          <a:ln w="0">
            <a:noFill/>
          </a:ln>
        </p:spPr>
        <p:txBody>
          <a:bodyPr lIns="0" tIns="0" rIns="0" bIns="0"/>
          <a:lstStyle>
            <a:defPPr>
              <a:defRPr sz="2175" b="1">
                <a:solidFill>
                  <a:srgbClr val="245BDD"/>
                </a:solidFill>
                <a:latin typeface="PingFang SC" panose="020B0400000000000000" charset="-122"/>
                <a:ea typeface="PingFang SC" panose="020B0400000000000000" charset="-122"/>
                <a:cs typeface="PingFang SC" panose="020B0400000000000000" charset="-122"/>
              </a:defRPr>
            </a:defPPr>
            <a:lvl1pPr>
              <a:buNone/>
              <a:defRPr sz="2175" b="1">
                <a:solidFill>
                  <a:srgbClr val="245BDD"/>
                </a:solidFill>
                <a:latin typeface="PingFang SC" panose="020B0400000000000000" charset="-122"/>
                <a:ea typeface="PingFang SC" panose="020B0400000000000000" charset="-122"/>
                <a:cs typeface="PingFang SC" panose="020B0400000000000000" charset="-122"/>
              </a:defRPr>
            </a:lvl1pPr>
            <a:lvl2pPr>
              <a:buNone/>
              <a:defRPr sz="2175" b="1">
                <a:solidFill>
                  <a:srgbClr val="245BDD"/>
                </a:solidFill>
                <a:latin typeface="PingFang SC" panose="020B0400000000000000" charset="-122"/>
                <a:ea typeface="PingFang SC" panose="020B0400000000000000" charset="-122"/>
                <a:cs typeface="PingFang SC" panose="020B0400000000000000" charset="-122"/>
              </a:defRPr>
            </a:lvl2pPr>
            <a:lvl3pPr>
              <a:buNone/>
              <a:defRPr sz="2175" b="1">
                <a:solidFill>
                  <a:srgbClr val="245BDD"/>
                </a:solidFill>
                <a:latin typeface="PingFang SC" panose="020B0400000000000000" charset="-122"/>
                <a:ea typeface="PingFang SC" panose="020B0400000000000000" charset="-122"/>
                <a:cs typeface="PingFang SC" panose="020B0400000000000000" charset="-122"/>
              </a:defRPr>
            </a:lvl3pPr>
            <a:lvl4pPr>
              <a:buNone/>
              <a:defRPr sz="2175" b="1">
                <a:solidFill>
                  <a:srgbClr val="245BDD"/>
                </a:solidFill>
                <a:latin typeface="PingFang SC" panose="020B0400000000000000" charset="-122"/>
                <a:ea typeface="PingFang SC" panose="020B0400000000000000" charset="-122"/>
                <a:cs typeface="PingFang SC" panose="020B0400000000000000" charset="-122"/>
              </a:defRPr>
            </a:lvl4pPr>
            <a:lvl5pPr>
              <a:buNone/>
              <a:defRPr sz="2175" b="1">
                <a:solidFill>
                  <a:srgbClr val="245BDD"/>
                </a:solidFill>
                <a:latin typeface="PingFang SC" panose="020B0400000000000000" charset="-122"/>
                <a:ea typeface="PingFang SC" panose="020B0400000000000000" charset="-122"/>
                <a:cs typeface="PingFang SC" panose="020B0400000000000000" charset="-122"/>
              </a:defRPr>
            </a:lvl5pPr>
            <a:lvl6pPr>
              <a:buNone/>
              <a:defRPr sz="2175" b="1">
                <a:solidFill>
                  <a:srgbClr val="245BDD"/>
                </a:solidFill>
                <a:latin typeface="PingFang SC" panose="020B0400000000000000" charset="-122"/>
                <a:ea typeface="PingFang SC" panose="020B0400000000000000" charset="-122"/>
                <a:cs typeface="PingFang SC" panose="020B0400000000000000" charset="-122"/>
              </a:defRPr>
            </a:lvl6pPr>
            <a:lvl7pPr>
              <a:buNone/>
              <a:defRPr sz="2175" b="1">
                <a:solidFill>
                  <a:srgbClr val="245BDD"/>
                </a:solidFill>
                <a:latin typeface="PingFang SC" panose="020B0400000000000000" charset="-122"/>
                <a:ea typeface="PingFang SC" panose="020B0400000000000000" charset="-122"/>
                <a:cs typeface="PingFang SC" panose="020B0400000000000000" charset="-122"/>
              </a:defRPr>
            </a:lvl7pPr>
            <a:lvl8pPr>
              <a:buNone/>
              <a:defRPr sz="2175" b="1">
                <a:solidFill>
                  <a:srgbClr val="245BDD"/>
                </a:solidFill>
                <a:latin typeface="PingFang SC" panose="020B0400000000000000" charset="-122"/>
                <a:ea typeface="PingFang SC" panose="020B0400000000000000" charset="-122"/>
                <a:cs typeface="PingFang SC" panose="020B0400000000000000" charset="-122"/>
              </a:defRPr>
            </a:lvl8pPr>
            <a:lvl9pPr>
              <a:buNone/>
              <a:defRPr sz="2175"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175" b="1">
                <a:solidFill>
                  <a:srgbClr val="245BDD"/>
                </a:solidFill>
                <a:latin typeface="PingFang SC" panose="020B0400000000000000" charset="-122"/>
                <a:ea typeface="PingFang SC" panose="020B0400000000000000" charset="-122"/>
                <a:cs typeface="PingFang SC" panose="020B0400000000000000" charset="-122"/>
              </a:defRPr>
            </a:pPr>
            <a:r>
              <a:rPr sz="2175" b="1">
                <a:solidFill>
                  <a:srgbClr val="245BDD"/>
                </a:solidFill>
                <a:latin typeface="PingFang SC" panose="020B0400000000000000" charset="-122"/>
                <a:ea typeface="PingFang SC" panose="020B0400000000000000" charset="-122"/>
                <a:cs typeface="PingFang SC" panose="020B0400000000000000" charset="-122"/>
              </a:rPr>
              <a:t>输入：每段的实际朗读文本、人物编号、音频，以及该人物的参考录音</a:t>
            </a:r>
            <a:endParaRPr sz="21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609600" y="2714625"/>
            <a:ext cx="2286000" cy="95250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读取录音</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先检查信号</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3505200" y="2714625"/>
            <a:ext cx="2286000" cy="95250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检查这一段</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内容、声音和语速</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6" name="矩形 5"/>
          <p:cNvSpPr>
            <a:spLocks noGrp="1"/>
          </p:cNvSpPr>
          <p:nvPr/>
        </p:nvSpPr>
        <p:spPr>
          <a:xfrm>
            <a:off x="6400800" y="2714625"/>
            <a:ext cx="2286000" cy="95250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检查相邻两段</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连接处和完整内容</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7" name="矩形 6"/>
          <p:cNvSpPr>
            <a:spLocks noGrp="1"/>
          </p:cNvSpPr>
          <p:nvPr/>
        </p:nvSpPr>
        <p:spPr>
          <a:xfrm>
            <a:off x="9296400" y="2714625"/>
            <a:ext cx="2286000" cy="952500"/>
          </a:xfrm>
          <a:prstGeom prst="rect">
            <a:avLst/>
          </a:prstGeom>
          <a:solidFill>
            <a:srgbClr val="FFFFFF"/>
          </a:solidFill>
          <a:ln w="19050">
            <a:solidFill>
              <a:srgbClr val="176C5C"/>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保存检查单</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带上下文试听</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11" name="矩形 10"/>
          <p:cNvSpPr>
            <a:spLocks noGrp="1"/>
          </p:cNvSpPr>
          <p:nvPr/>
        </p:nvSpPr>
        <p:spPr>
          <a:xfrm>
            <a:off x="609600" y="4191000"/>
            <a:ext cx="10572750" cy="400050"/>
          </a:xfrm>
          <a:prstGeom prst="rect">
            <a:avLst/>
          </a:prstGeom>
          <a:noFill/>
          <a:ln w="0">
            <a:noFill/>
          </a:ln>
        </p:spPr>
        <p:txBody>
          <a:bodyPr lIns="0" tIns="0" rIns="0" bIns="0"/>
          <a:lstStyle>
            <a:defPPr>
              <a:defRPr sz="2250" b="1">
                <a:solidFill>
                  <a:srgbClr val="245BDD"/>
                </a:solidFill>
                <a:latin typeface="PingFang SC" panose="020B0400000000000000" charset="-122"/>
                <a:ea typeface="PingFang SC" panose="020B0400000000000000" charset="-122"/>
                <a:cs typeface="PingFang SC" panose="020B0400000000000000" charset="-122"/>
              </a:defRPr>
            </a:defPPr>
            <a:lvl1pPr>
              <a:buNone/>
              <a:defRPr sz="22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2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2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2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2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2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2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2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2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250" b="1">
                <a:solidFill>
                  <a:srgbClr val="245BDD"/>
                </a:solidFill>
                <a:latin typeface="PingFang SC" panose="020B0400000000000000" charset="-122"/>
                <a:ea typeface="PingFang SC" panose="020B0400000000000000" charset="-122"/>
                <a:cs typeface="PingFang SC" panose="020B0400000000000000" charset="-122"/>
              </a:defRPr>
            </a:pPr>
            <a:r>
              <a:rPr sz="2250" b="1">
                <a:solidFill>
                  <a:srgbClr val="245BDD"/>
                </a:solidFill>
                <a:latin typeface="PingFang SC" panose="020B0400000000000000" charset="-122"/>
                <a:ea typeface="PingFang SC" panose="020B0400000000000000" charset="-122"/>
                <a:cs typeface="PingFang SC" panose="020B0400000000000000" charset="-122"/>
              </a:rPr>
              <a:t>每一项留下自己的判断依据</a:t>
            </a:r>
            <a:endParaRPr sz="22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12" name="矩形 11"/>
          <p:cNvSpPr>
            <a:spLocks noGrp="1"/>
          </p:cNvSpPr>
          <p:nvPr/>
        </p:nvSpPr>
        <p:spPr>
          <a:xfrm>
            <a:off x="609600" y="4648200"/>
            <a:ext cx="10572750" cy="1066800"/>
          </a:xfrm>
          <a:prstGeom prst="rect">
            <a:avLst/>
          </a:prstGeom>
          <a:noFill/>
          <a:ln w="0">
            <a:noFill/>
          </a:ln>
        </p:spPr>
        <p:txBody>
          <a:bodyPr lIns="0" tIns="0" rIns="0" bIns="0"/>
          <a:lstStyle>
            <a:defPPr>
              <a:defRPr sz="2100" b="0">
                <a:solidFill>
                  <a:srgbClr val="53627A"/>
                </a:solidFill>
                <a:latin typeface="PingFang SC" panose="020B0400000000000000" charset="-122"/>
                <a:ea typeface="PingFang SC" panose="020B0400000000000000" charset="-122"/>
                <a:cs typeface="PingFang SC" panose="020B0400000000000000" charset="-122"/>
              </a:defRPr>
            </a:defPPr>
            <a:lvl1pPr>
              <a:buNone/>
              <a:defRPr sz="2100" b="0">
                <a:solidFill>
                  <a:srgbClr val="53627A"/>
                </a:solidFill>
                <a:latin typeface="PingFang SC" panose="020B0400000000000000" charset="-122"/>
                <a:ea typeface="PingFang SC" panose="020B0400000000000000" charset="-122"/>
                <a:cs typeface="PingFang SC" panose="020B0400000000000000" charset="-122"/>
              </a:defRPr>
            </a:lvl1pPr>
            <a:lvl2pPr>
              <a:buNone/>
              <a:defRPr sz="2100" b="0">
                <a:solidFill>
                  <a:srgbClr val="53627A"/>
                </a:solidFill>
                <a:latin typeface="PingFang SC" panose="020B0400000000000000" charset="-122"/>
                <a:ea typeface="PingFang SC" panose="020B0400000000000000" charset="-122"/>
                <a:cs typeface="PingFang SC" panose="020B0400000000000000" charset="-122"/>
              </a:defRPr>
            </a:lvl2pPr>
            <a:lvl3pPr>
              <a:buNone/>
              <a:defRPr sz="2100" b="0">
                <a:solidFill>
                  <a:srgbClr val="53627A"/>
                </a:solidFill>
                <a:latin typeface="PingFang SC" panose="020B0400000000000000" charset="-122"/>
                <a:ea typeface="PingFang SC" panose="020B0400000000000000" charset="-122"/>
                <a:cs typeface="PingFang SC" panose="020B0400000000000000" charset="-122"/>
              </a:defRPr>
            </a:lvl3pPr>
            <a:lvl4pPr>
              <a:buNone/>
              <a:defRPr sz="2100" b="0">
                <a:solidFill>
                  <a:srgbClr val="53627A"/>
                </a:solidFill>
                <a:latin typeface="PingFang SC" panose="020B0400000000000000" charset="-122"/>
                <a:ea typeface="PingFang SC" panose="020B0400000000000000" charset="-122"/>
                <a:cs typeface="PingFang SC" panose="020B0400000000000000" charset="-122"/>
              </a:defRPr>
            </a:lvl4pPr>
            <a:lvl5pPr>
              <a:buNone/>
              <a:defRPr sz="2100" b="0">
                <a:solidFill>
                  <a:srgbClr val="53627A"/>
                </a:solidFill>
                <a:latin typeface="PingFang SC" panose="020B0400000000000000" charset="-122"/>
                <a:ea typeface="PingFang SC" panose="020B0400000000000000" charset="-122"/>
                <a:cs typeface="PingFang SC" panose="020B0400000000000000" charset="-122"/>
              </a:defRPr>
            </a:lvl5pPr>
            <a:lvl6pPr>
              <a:buNone/>
              <a:defRPr sz="2100" b="0">
                <a:solidFill>
                  <a:srgbClr val="53627A"/>
                </a:solidFill>
                <a:latin typeface="PingFang SC" panose="020B0400000000000000" charset="-122"/>
                <a:ea typeface="PingFang SC" panose="020B0400000000000000" charset="-122"/>
                <a:cs typeface="PingFang SC" panose="020B0400000000000000" charset="-122"/>
              </a:defRPr>
            </a:lvl6pPr>
            <a:lvl7pPr>
              <a:buNone/>
              <a:defRPr sz="2100" b="0">
                <a:solidFill>
                  <a:srgbClr val="53627A"/>
                </a:solidFill>
                <a:latin typeface="PingFang SC" panose="020B0400000000000000" charset="-122"/>
                <a:ea typeface="PingFang SC" panose="020B0400000000000000" charset="-122"/>
                <a:cs typeface="PingFang SC" panose="020B0400000000000000" charset="-122"/>
              </a:defRPr>
            </a:lvl7pPr>
            <a:lvl8pPr>
              <a:buNone/>
              <a:defRPr sz="2100" b="0">
                <a:solidFill>
                  <a:srgbClr val="53627A"/>
                </a:solidFill>
                <a:latin typeface="PingFang SC" panose="020B0400000000000000" charset="-122"/>
                <a:ea typeface="PingFang SC" panose="020B0400000000000000" charset="-122"/>
                <a:cs typeface="PingFang SC" panose="020B0400000000000000" charset="-122"/>
              </a:defRPr>
            </a:lvl8pPr>
            <a:lvl9pPr>
              <a:buNone/>
              <a:defRPr sz="210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2100" b="0">
                <a:solidFill>
                  <a:srgbClr val="53627A"/>
                </a:solidFill>
                <a:latin typeface="PingFang SC" panose="020B0400000000000000" charset="-122"/>
                <a:ea typeface="PingFang SC" panose="020B0400000000000000" charset="-122"/>
                <a:cs typeface="PingFang SC" panose="020B0400000000000000" charset="-122"/>
              </a:defRPr>
            </a:pPr>
            <a:r>
              <a:rPr sz="2100" b="0">
                <a:solidFill>
                  <a:srgbClr val="53627A"/>
                </a:solidFill>
                <a:latin typeface="PingFang SC" panose="020B0400000000000000" charset="-122"/>
                <a:ea typeface="PingFang SC" panose="020B0400000000000000" charset="-122"/>
                <a:cs typeface="PingFang SC" panose="020B0400000000000000" charset="-122"/>
              </a:rPr>
              <a:t>例如：多出了哪个词、声音差了多少、哪两段之间停得太久。</a:t>
            </a:r>
            <a:endParaRPr sz="2100" b="0">
              <a:solidFill>
                <a:srgbClr val="53627A"/>
              </a:solidFill>
              <a:latin typeface="PingFang SC" panose="020B0400000000000000" charset="-122"/>
              <a:ea typeface="PingFang SC" panose="020B0400000000000000" charset="-122"/>
              <a:cs typeface="PingFang SC" panose="020B0400000000000000" charset="-122"/>
            </a:endParaRPr>
          </a:p>
          <a:p>
            <a:pPr>
              <a:buNone/>
              <a:defRPr sz="2100" b="0">
                <a:solidFill>
                  <a:srgbClr val="53627A"/>
                </a:solidFill>
                <a:latin typeface="PingFang SC" panose="020B0400000000000000" charset="-122"/>
                <a:ea typeface="PingFang SC" panose="020B0400000000000000" charset="-122"/>
                <a:cs typeface="PingFang SC" panose="020B0400000000000000" charset="-122"/>
              </a:defRPr>
            </a:pPr>
            <a:r>
              <a:rPr sz="2100" b="0">
                <a:solidFill>
                  <a:srgbClr val="53627A"/>
                </a:solidFill>
                <a:latin typeface="PingFang SC" panose="020B0400000000000000" charset="-122"/>
                <a:ea typeface="PingFang SC" panose="020B0400000000000000" charset="-122"/>
                <a:cs typeface="PingFang SC" panose="020B0400000000000000" charset="-122"/>
              </a:rPr>
              <a:t>内容没有差异，也仍要检查人物声音和连接处。</a:t>
            </a:r>
            <a:endParaRPr sz="2100"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13" name="矩形 12"/>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“正确”分成多个维度，机器筛查和人工试听分别留记录，未查清的项目继续保留</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sp>
        <p:nvSpPr>
          <p:cNvPr id="9" name="矩形 8"/>
          <p:cNvSpPr>
            <a:spLocks noGrp="1"/>
          </p:cNvSpPr>
          <p:nvPr/>
        </p:nvSpPr>
        <p:spPr>
          <a:xfrm>
            <a:off x="609600" y="457200"/>
            <a:ext cx="1097280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defRPr sz="3300" b="1">
                <a:solidFill>
                  <a:srgbClr val="16243B"/>
                </a:solidFill>
                <a:latin typeface="PingFang SC" panose="020B0400000000000000" charset="-122"/>
                <a:ea typeface="PingFang SC" panose="020B0400000000000000" charset="-122"/>
                <a:cs typeface="PingFang SC" panose="020B0400000000000000" charset="-122"/>
              </a:defRPr>
            </a:lvl1pPr>
            <a:lvl2pPr>
              <a:defRPr sz="3300" b="1">
                <a:solidFill>
                  <a:srgbClr val="16243B"/>
                </a:solidFill>
                <a:latin typeface="PingFang SC" panose="020B0400000000000000" charset="-122"/>
                <a:ea typeface="PingFang SC" panose="020B0400000000000000" charset="-122"/>
                <a:cs typeface="PingFang SC" panose="020B0400000000000000" charset="-122"/>
              </a:defRPr>
            </a:lvl2pPr>
            <a:lvl3pPr>
              <a:defRPr sz="3300" b="1">
                <a:solidFill>
                  <a:srgbClr val="16243B"/>
                </a:solidFill>
                <a:latin typeface="PingFang SC" panose="020B0400000000000000" charset="-122"/>
                <a:ea typeface="PingFang SC" panose="020B0400000000000000" charset="-122"/>
                <a:cs typeface="PingFang SC" panose="020B0400000000000000" charset="-122"/>
              </a:defRPr>
            </a:lvl3pPr>
            <a:lvl4pPr>
              <a:defRPr sz="3300" b="1">
                <a:solidFill>
                  <a:srgbClr val="16243B"/>
                </a:solidFill>
                <a:latin typeface="PingFang SC" panose="020B0400000000000000" charset="-122"/>
                <a:ea typeface="PingFang SC" panose="020B0400000000000000" charset="-122"/>
                <a:cs typeface="PingFang SC" panose="020B0400000000000000" charset="-122"/>
              </a:defRPr>
            </a:lvl4pPr>
            <a:lvl5pPr>
              <a:defRPr sz="3300" b="1">
                <a:solidFill>
                  <a:srgbClr val="16243B"/>
                </a:solidFill>
                <a:latin typeface="PingFang SC" panose="020B0400000000000000" charset="-122"/>
                <a:ea typeface="PingFang SC" panose="020B0400000000000000" charset="-122"/>
                <a:cs typeface="PingFang SC" panose="020B0400000000000000" charset="-122"/>
              </a:defRPr>
            </a:lvl5pPr>
            <a:lvl6pPr>
              <a:defRPr sz="3300" b="1">
                <a:solidFill>
                  <a:srgbClr val="16243B"/>
                </a:solidFill>
                <a:latin typeface="PingFang SC" panose="020B0400000000000000" charset="-122"/>
                <a:ea typeface="PingFang SC" panose="020B0400000000000000" charset="-122"/>
                <a:cs typeface="PingFang SC" panose="020B0400000000000000" charset="-122"/>
              </a:defRPr>
            </a:lvl6pPr>
            <a:lvl7pPr>
              <a:defRPr sz="3300" b="1">
                <a:solidFill>
                  <a:srgbClr val="16243B"/>
                </a:solidFill>
                <a:latin typeface="PingFang SC" panose="020B0400000000000000" charset="-122"/>
                <a:ea typeface="PingFang SC" panose="020B0400000000000000" charset="-122"/>
                <a:cs typeface="PingFang SC" panose="020B0400000000000000" charset="-122"/>
              </a:defRPr>
            </a:lvl7pPr>
            <a:lvl8pPr>
              <a:defRPr sz="3300" b="1">
                <a:solidFill>
                  <a:srgbClr val="16243B"/>
                </a:solidFill>
                <a:latin typeface="PingFang SC" panose="020B0400000000000000" charset="-122"/>
                <a:ea typeface="PingFang SC" panose="020B0400000000000000" charset="-122"/>
                <a:cs typeface="PingFang SC" panose="020B0400000000000000" charset="-122"/>
              </a:defRPr>
            </a:lvl8pPr>
            <a:lvl9pPr>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检查开关：生成后先找出可疑片段</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pic>
        <p:nvPicPr>
          <p:cNvPr id="2" name="图片 1"/>
          <p:cNvPicPr>
            <a:picLocks noChangeAspect="1"/>
          </p:cNvPicPr>
          <p:nvPr/>
        </p:nvPicPr>
        <p:blipFill>
          <a:blip r:embed="rId1"/>
          <a:srcRect l="10303" t="45455" r="12121" b="21630"/>
          <a:stretch>
            <a:fillRect/>
          </a:stretch>
        </p:blipFill>
        <p:spPr>
          <a:xfrm>
            <a:off x="609600" y="1762125"/>
            <a:ext cx="7143750" cy="3514725"/>
          </a:xfrm>
          <a:prstGeom prst="rect">
            <a:avLst/>
          </a:prstGeom>
        </p:spPr>
      </p:pic>
      <p:sp>
        <p:nvSpPr>
          <p:cNvPr id="3" name="矩形 2"/>
          <p:cNvSpPr>
            <a:spLocks noGrp="1"/>
          </p:cNvSpPr>
          <p:nvPr/>
        </p:nvSpPr>
        <p:spPr>
          <a:xfrm>
            <a:off x="8096250" y="1752600"/>
            <a:ext cx="3486150" cy="400050"/>
          </a:xfrm>
          <a:prstGeom prst="rect">
            <a:avLst/>
          </a:prstGeom>
          <a:noFill/>
          <a:ln w="0">
            <a:noFill/>
          </a:ln>
        </p:spPr>
        <p:txBody>
          <a:bodyPr lIns="0" tIns="0" rIns="0" bIns="0"/>
          <a:lstStyle>
            <a:defPPr>
              <a:defRPr sz="2175" b="1">
                <a:solidFill>
                  <a:srgbClr val="245BDD"/>
                </a:solidFill>
                <a:latin typeface="PingFang SC" panose="020B0400000000000000" charset="-122"/>
                <a:ea typeface="PingFang SC" panose="020B0400000000000000" charset="-122"/>
                <a:cs typeface="PingFang SC" panose="020B0400000000000000" charset="-122"/>
              </a:defRPr>
            </a:defPPr>
            <a:lvl1pPr>
              <a:defRPr sz="2175" b="1">
                <a:solidFill>
                  <a:srgbClr val="245BDD"/>
                </a:solidFill>
                <a:latin typeface="PingFang SC" panose="020B0400000000000000" charset="-122"/>
                <a:ea typeface="PingFang SC" panose="020B0400000000000000" charset="-122"/>
                <a:cs typeface="PingFang SC" panose="020B0400000000000000" charset="-122"/>
              </a:defRPr>
            </a:lvl1pPr>
            <a:lvl2pPr>
              <a:defRPr sz="2175" b="1">
                <a:solidFill>
                  <a:srgbClr val="245BDD"/>
                </a:solidFill>
                <a:latin typeface="PingFang SC" panose="020B0400000000000000" charset="-122"/>
                <a:ea typeface="PingFang SC" panose="020B0400000000000000" charset="-122"/>
                <a:cs typeface="PingFang SC" panose="020B0400000000000000" charset="-122"/>
              </a:defRPr>
            </a:lvl2pPr>
            <a:lvl3pPr>
              <a:defRPr sz="2175" b="1">
                <a:solidFill>
                  <a:srgbClr val="245BDD"/>
                </a:solidFill>
                <a:latin typeface="PingFang SC" panose="020B0400000000000000" charset="-122"/>
                <a:ea typeface="PingFang SC" panose="020B0400000000000000" charset="-122"/>
                <a:cs typeface="PingFang SC" panose="020B0400000000000000" charset="-122"/>
              </a:defRPr>
            </a:lvl3pPr>
            <a:lvl4pPr>
              <a:defRPr sz="2175" b="1">
                <a:solidFill>
                  <a:srgbClr val="245BDD"/>
                </a:solidFill>
                <a:latin typeface="PingFang SC" panose="020B0400000000000000" charset="-122"/>
                <a:ea typeface="PingFang SC" panose="020B0400000000000000" charset="-122"/>
                <a:cs typeface="PingFang SC" panose="020B0400000000000000" charset="-122"/>
              </a:defRPr>
            </a:lvl4pPr>
            <a:lvl5pPr>
              <a:defRPr sz="2175" b="1">
                <a:solidFill>
                  <a:srgbClr val="245BDD"/>
                </a:solidFill>
                <a:latin typeface="PingFang SC" panose="020B0400000000000000" charset="-122"/>
                <a:ea typeface="PingFang SC" panose="020B0400000000000000" charset="-122"/>
                <a:cs typeface="PingFang SC" panose="020B0400000000000000" charset="-122"/>
              </a:defRPr>
            </a:lvl5pPr>
            <a:lvl6pPr>
              <a:defRPr sz="2175" b="1">
                <a:solidFill>
                  <a:srgbClr val="245BDD"/>
                </a:solidFill>
                <a:latin typeface="PingFang SC" panose="020B0400000000000000" charset="-122"/>
                <a:ea typeface="PingFang SC" panose="020B0400000000000000" charset="-122"/>
                <a:cs typeface="PingFang SC" panose="020B0400000000000000" charset="-122"/>
              </a:defRPr>
            </a:lvl6pPr>
            <a:lvl7pPr>
              <a:defRPr sz="2175" b="1">
                <a:solidFill>
                  <a:srgbClr val="245BDD"/>
                </a:solidFill>
                <a:latin typeface="PingFang SC" panose="020B0400000000000000" charset="-122"/>
                <a:ea typeface="PingFang SC" panose="020B0400000000000000" charset="-122"/>
                <a:cs typeface="PingFang SC" panose="020B0400000000000000" charset="-122"/>
              </a:defRPr>
            </a:lvl7pPr>
            <a:lvl8pPr>
              <a:defRPr sz="2175" b="1">
                <a:solidFill>
                  <a:srgbClr val="245BDD"/>
                </a:solidFill>
                <a:latin typeface="PingFang SC" panose="020B0400000000000000" charset="-122"/>
                <a:ea typeface="PingFang SC" panose="020B0400000000000000" charset="-122"/>
                <a:cs typeface="PingFang SC" panose="020B0400000000000000" charset="-122"/>
              </a:defRPr>
            </a:lvl8pPr>
            <a:lvl9pPr>
              <a:defRPr sz="2175" b="1">
                <a:solidFill>
                  <a:srgbClr val="245BDD"/>
                </a:solidFill>
                <a:latin typeface="PingFang SC" panose="020B0400000000000000" charset="-122"/>
                <a:ea typeface="PingFang SC" panose="020B0400000000000000" charset="-122"/>
                <a:cs typeface="PingFang SC" panose="020B0400000000000000" charset="-122"/>
              </a:defRPr>
            </a:lvl9pPr>
          </a:lstStyle>
          <a:p>
            <a:pPr>
              <a:defRPr sz="2175" b="1">
                <a:solidFill>
                  <a:srgbClr val="245BDD"/>
                </a:solidFill>
                <a:latin typeface="PingFang SC" panose="020B0400000000000000" charset="-122"/>
                <a:ea typeface="PingFang SC" panose="020B0400000000000000" charset="-122"/>
                <a:cs typeface="PingFang SC" panose="020B0400000000000000" charset="-122"/>
              </a:defRPr>
            </a:pPr>
            <a:r>
              <a:rPr sz="2175" b="1">
                <a:solidFill>
                  <a:srgbClr val="245BDD"/>
                </a:solidFill>
                <a:latin typeface="PingFang SC" panose="020B0400000000000000" charset="-122"/>
                <a:ea typeface="PingFang SC" panose="020B0400000000000000" charset="-122"/>
                <a:cs typeface="PingFang SC" panose="020B0400000000000000" charset="-122"/>
              </a:rPr>
              <a:t>检查与修复分别控制</a:t>
            </a:r>
            <a:endParaRPr sz="21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8096250" y="2209800"/>
            <a:ext cx="3486150" cy="1095375"/>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defRPr sz="2025" b="0">
                <a:solidFill>
                  <a:srgbClr val="53627A"/>
                </a:solidFill>
                <a:latin typeface="PingFang SC" panose="020B0400000000000000" charset="-122"/>
                <a:ea typeface="PingFang SC" panose="020B0400000000000000" charset="-122"/>
                <a:cs typeface="PingFang SC" panose="020B0400000000000000" charset="-122"/>
              </a:defRPr>
            </a:lvl1pPr>
            <a:lvl2pPr>
              <a:defRPr sz="2025" b="0">
                <a:solidFill>
                  <a:srgbClr val="53627A"/>
                </a:solidFill>
                <a:latin typeface="PingFang SC" panose="020B0400000000000000" charset="-122"/>
                <a:ea typeface="PingFang SC" panose="020B0400000000000000" charset="-122"/>
                <a:cs typeface="PingFang SC" panose="020B0400000000000000" charset="-122"/>
              </a:defRPr>
            </a:lvl2pPr>
            <a:lvl3pPr>
              <a:defRPr sz="2025" b="0">
                <a:solidFill>
                  <a:srgbClr val="53627A"/>
                </a:solidFill>
                <a:latin typeface="PingFang SC" panose="020B0400000000000000" charset="-122"/>
                <a:ea typeface="PingFang SC" panose="020B0400000000000000" charset="-122"/>
                <a:cs typeface="PingFang SC" panose="020B0400000000000000" charset="-122"/>
              </a:defRPr>
            </a:lvl3pPr>
            <a:lvl4pPr>
              <a:defRPr sz="2025" b="0">
                <a:solidFill>
                  <a:srgbClr val="53627A"/>
                </a:solidFill>
                <a:latin typeface="PingFang SC" panose="020B0400000000000000" charset="-122"/>
                <a:ea typeface="PingFang SC" panose="020B0400000000000000" charset="-122"/>
                <a:cs typeface="PingFang SC" panose="020B0400000000000000" charset="-122"/>
              </a:defRPr>
            </a:lvl4pPr>
            <a:lvl5pPr>
              <a:defRPr sz="2025" b="0">
                <a:solidFill>
                  <a:srgbClr val="53627A"/>
                </a:solidFill>
                <a:latin typeface="PingFang SC" panose="020B0400000000000000" charset="-122"/>
                <a:ea typeface="PingFang SC" panose="020B0400000000000000" charset="-122"/>
                <a:cs typeface="PingFang SC" panose="020B0400000000000000" charset="-122"/>
              </a:defRPr>
            </a:lvl5pPr>
            <a:lvl6pPr>
              <a:defRPr sz="2025" b="0">
                <a:solidFill>
                  <a:srgbClr val="53627A"/>
                </a:solidFill>
                <a:latin typeface="PingFang SC" panose="020B0400000000000000" charset="-122"/>
                <a:ea typeface="PingFang SC" panose="020B0400000000000000" charset="-122"/>
                <a:cs typeface="PingFang SC" panose="020B0400000000000000" charset="-122"/>
              </a:defRPr>
            </a:lvl6pPr>
            <a:lvl7pPr>
              <a:defRPr sz="2025" b="0">
                <a:solidFill>
                  <a:srgbClr val="53627A"/>
                </a:solidFill>
                <a:latin typeface="PingFang SC" panose="020B0400000000000000" charset="-122"/>
                <a:ea typeface="PingFang SC" panose="020B0400000000000000" charset="-122"/>
                <a:cs typeface="PingFang SC" panose="020B0400000000000000" charset="-122"/>
              </a:defRPr>
            </a:lvl7pPr>
            <a:lvl8pPr>
              <a:defRPr sz="2025" b="0">
                <a:solidFill>
                  <a:srgbClr val="53627A"/>
                </a:solidFill>
                <a:latin typeface="PingFang SC" panose="020B0400000000000000" charset="-122"/>
                <a:ea typeface="PingFang SC" panose="020B0400000000000000" charset="-122"/>
                <a:cs typeface="PingFang SC" panose="020B0400000000000000" charset="-122"/>
              </a:defRPr>
            </a:lvl8pPr>
            <a:lvl9pPr>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上面的开关负责检查内容、</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人物声音和拼接处。</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8096250" y="3486150"/>
            <a:ext cx="3486150" cy="400050"/>
          </a:xfrm>
          <a:prstGeom prst="rect">
            <a:avLst/>
          </a:prstGeom>
          <a:noFill/>
          <a:ln w="0">
            <a:noFill/>
          </a:ln>
        </p:spPr>
        <p:txBody>
          <a:bodyPr lIns="0" tIns="0" rIns="0" bIns="0"/>
          <a:lstStyle>
            <a:defPPr>
              <a:defRPr sz="2175" b="1">
                <a:solidFill>
                  <a:srgbClr val="245BDD"/>
                </a:solidFill>
                <a:latin typeface="PingFang SC" panose="020B0400000000000000" charset="-122"/>
                <a:ea typeface="PingFang SC" panose="020B0400000000000000" charset="-122"/>
                <a:cs typeface="PingFang SC" panose="020B0400000000000000" charset="-122"/>
              </a:defRPr>
            </a:defPPr>
            <a:lvl1pPr>
              <a:defRPr sz="2175" b="1">
                <a:solidFill>
                  <a:srgbClr val="245BDD"/>
                </a:solidFill>
                <a:latin typeface="PingFang SC" panose="020B0400000000000000" charset="-122"/>
                <a:ea typeface="PingFang SC" panose="020B0400000000000000" charset="-122"/>
                <a:cs typeface="PingFang SC" panose="020B0400000000000000" charset="-122"/>
              </a:defRPr>
            </a:lvl1pPr>
            <a:lvl2pPr>
              <a:defRPr sz="2175" b="1">
                <a:solidFill>
                  <a:srgbClr val="245BDD"/>
                </a:solidFill>
                <a:latin typeface="PingFang SC" panose="020B0400000000000000" charset="-122"/>
                <a:ea typeface="PingFang SC" panose="020B0400000000000000" charset="-122"/>
                <a:cs typeface="PingFang SC" panose="020B0400000000000000" charset="-122"/>
              </a:defRPr>
            </a:lvl2pPr>
            <a:lvl3pPr>
              <a:defRPr sz="2175" b="1">
                <a:solidFill>
                  <a:srgbClr val="245BDD"/>
                </a:solidFill>
                <a:latin typeface="PingFang SC" panose="020B0400000000000000" charset="-122"/>
                <a:ea typeface="PingFang SC" panose="020B0400000000000000" charset="-122"/>
                <a:cs typeface="PingFang SC" panose="020B0400000000000000" charset="-122"/>
              </a:defRPr>
            </a:lvl3pPr>
            <a:lvl4pPr>
              <a:defRPr sz="2175" b="1">
                <a:solidFill>
                  <a:srgbClr val="245BDD"/>
                </a:solidFill>
                <a:latin typeface="PingFang SC" panose="020B0400000000000000" charset="-122"/>
                <a:ea typeface="PingFang SC" panose="020B0400000000000000" charset="-122"/>
                <a:cs typeface="PingFang SC" panose="020B0400000000000000" charset="-122"/>
              </a:defRPr>
            </a:lvl4pPr>
            <a:lvl5pPr>
              <a:defRPr sz="2175" b="1">
                <a:solidFill>
                  <a:srgbClr val="245BDD"/>
                </a:solidFill>
                <a:latin typeface="PingFang SC" panose="020B0400000000000000" charset="-122"/>
                <a:ea typeface="PingFang SC" panose="020B0400000000000000" charset="-122"/>
                <a:cs typeface="PingFang SC" panose="020B0400000000000000" charset="-122"/>
              </a:defRPr>
            </a:lvl5pPr>
            <a:lvl6pPr>
              <a:defRPr sz="2175" b="1">
                <a:solidFill>
                  <a:srgbClr val="245BDD"/>
                </a:solidFill>
                <a:latin typeface="PingFang SC" panose="020B0400000000000000" charset="-122"/>
                <a:ea typeface="PingFang SC" panose="020B0400000000000000" charset="-122"/>
                <a:cs typeface="PingFang SC" panose="020B0400000000000000" charset="-122"/>
              </a:defRPr>
            </a:lvl6pPr>
            <a:lvl7pPr>
              <a:defRPr sz="2175" b="1">
                <a:solidFill>
                  <a:srgbClr val="245BDD"/>
                </a:solidFill>
                <a:latin typeface="PingFang SC" panose="020B0400000000000000" charset="-122"/>
                <a:ea typeface="PingFang SC" panose="020B0400000000000000" charset="-122"/>
                <a:cs typeface="PingFang SC" panose="020B0400000000000000" charset="-122"/>
              </a:defRPr>
            </a:lvl7pPr>
            <a:lvl8pPr>
              <a:defRPr sz="2175" b="1">
                <a:solidFill>
                  <a:srgbClr val="245BDD"/>
                </a:solidFill>
                <a:latin typeface="PingFang SC" panose="020B0400000000000000" charset="-122"/>
                <a:ea typeface="PingFang SC" panose="020B0400000000000000" charset="-122"/>
                <a:cs typeface="PingFang SC" panose="020B0400000000000000" charset="-122"/>
              </a:defRPr>
            </a:lvl8pPr>
            <a:lvl9pPr>
              <a:defRPr sz="2175" b="1">
                <a:solidFill>
                  <a:srgbClr val="245BDD"/>
                </a:solidFill>
                <a:latin typeface="PingFang SC" panose="020B0400000000000000" charset="-122"/>
                <a:ea typeface="PingFang SC" panose="020B0400000000000000" charset="-122"/>
                <a:cs typeface="PingFang SC" panose="020B0400000000000000" charset="-122"/>
              </a:defRPr>
            </a:lvl9pPr>
          </a:lstStyle>
          <a:p>
            <a:pPr>
              <a:defRPr sz="2175" b="1">
                <a:solidFill>
                  <a:srgbClr val="245BDD"/>
                </a:solidFill>
                <a:latin typeface="PingFang SC" panose="020B0400000000000000" charset="-122"/>
                <a:ea typeface="PingFang SC" panose="020B0400000000000000" charset="-122"/>
                <a:cs typeface="PingFang SC" panose="020B0400000000000000" charset="-122"/>
              </a:defRPr>
            </a:pPr>
            <a:r>
              <a:rPr sz="2175" b="1">
                <a:solidFill>
                  <a:srgbClr val="245BDD"/>
                </a:solidFill>
                <a:latin typeface="PingFang SC" panose="020B0400000000000000" charset="-122"/>
                <a:ea typeface="PingFang SC" panose="020B0400000000000000" charset="-122"/>
                <a:cs typeface="PingFang SC" panose="020B0400000000000000" charset="-122"/>
              </a:rPr>
              <a:t>当前没有开启自动重做</a:t>
            </a:r>
            <a:endParaRPr sz="21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6" name="矩形 5"/>
          <p:cNvSpPr>
            <a:spLocks noGrp="1"/>
          </p:cNvSpPr>
          <p:nvPr/>
        </p:nvSpPr>
        <p:spPr>
          <a:xfrm>
            <a:off x="8096250" y="3943350"/>
            <a:ext cx="3486150" cy="1095375"/>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defRPr sz="2025" b="0">
                <a:solidFill>
                  <a:srgbClr val="53627A"/>
                </a:solidFill>
                <a:latin typeface="PingFang SC" panose="020B0400000000000000" charset="-122"/>
                <a:ea typeface="PingFang SC" panose="020B0400000000000000" charset="-122"/>
                <a:cs typeface="PingFang SC" panose="020B0400000000000000" charset="-122"/>
              </a:defRPr>
            </a:lvl1pPr>
            <a:lvl2pPr>
              <a:defRPr sz="2025" b="0">
                <a:solidFill>
                  <a:srgbClr val="53627A"/>
                </a:solidFill>
                <a:latin typeface="PingFang SC" panose="020B0400000000000000" charset="-122"/>
                <a:ea typeface="PingFang SC" panose="020B0400000000000000" charset="-122"/>
                <a:cs typeface="PingFang SC" panose="020B0400000000000000" charset="-122"/>
              </a:defRPr>
            </a:lvl2pPr>
            <a:lvl3pPr>
              <a:defRPr sz="2025" b="0">
                <a:solidFill>
                  <a:srgbClr val="53627A"/>
                </a:solidFill>
                <a:latin typeface="PingFang SC" panose="020B0400000000000000" charset="-122"/>
                <a:ea typeface="PingFang SC" panose="020B0400000000000000" charset="-122"/>
                <a:cs typeface="PingFang SC" panose="020B0400000000000000" charset="-122"/>
              </a:defRPr>
            </a:lvl3pPr>
            <a:lvl4pPr>
              <a:defRPr sz="2025" b="0">
                <a:solidFill>
                  <a:srgbClr val="53627A"/>
                </a:solidFill>
                <a:latin typeface="PingFang SC" panose="020B0400000000000000" charset="-122"/>
                <a:ea typeface="PingFang SC" panose="020B0400000000000000" charset="-122"/>
                <a:cs typeface="PingFang SC" panose="020B0400000000000000" charset="-122"/>
              </a:defRPr>
            </a:lvl4pPr>
            <a:lvl5pPr>
              <a:defRPr sz="2025" b="0">
                <a:solidFill>
                  <a:srgbClr val="53627A"/>
                </a:solidFill>
                <a:latin typeface="PingFang SC" panose="020B0400000000000000" charset="-122"/>
                <a:ea typeface="PingFang SC" panose="020B0400000000000000" charset="-122"/>
                <a:cs typeface="PingFang SC" panose="020B0400000000000000" charset="-122"/>
              </a:defRPr>
            </a:lvl5pPr>
            <a:lvl6pPr>
              <a:defRPr sz="2025" b="0">
                <a:solidFill>
                  <a:srgbClr val="53627A"/>
                </a:solidFill>
                <a:latin typeface="PingFang SC" panose="020B0400000000000000" charset="-122"/>
                <a:ea typeface="PingFang SC" panose="020B0400000000000000" charset="-122"/>
                <a:cs typeface="PingFang SC" panose="020B0400000000000000" charset="-122"/>
              </a:defRPr>
            </a:lvl6pPr>
            <a:lvl7pPr>
              <a:defRPr sz="2025" b="0">
                <a:solidFill>
                  <a:srgbClr val="53627A"/>
                </a:solidFill>
                <a:latin typeface="PingFang SC" panose="020B0400000000000000" charset="-122"/>
                <a:ea typeface="PingFang SC" panose="020B0400000000000000" charset="-122"/>
                <a:cs typeface="PingFang SC" panose="020B0400000000000000" charset="-122"/>
              </a:defRPr>
            </a:lvl7pPr>
            <a:lvl8pPr>
              <a:defRPr sz="2025" b="0">
                <a:solidFill>
                  <a:srgbClr val="53627A"/>
                </a:solidFill>
                <a:latin typeface="PingFang SC" panose="020B0400000000000000" charset="-122"/>
                <a:ea typeface="PingFang SC" panose="020B0400000000000000" charset="-122"/>
                <a:cs typeface="PingFang SC" panose="020B0400000000000000" charset="-122"/>
              </a:defRPr>
            </a:lvl8pPr>
            <a:lvl9pPr>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下面的自动修复开关关闭。</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先查看报告，再决定怎么改。</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7" name="矩形 6"/>
          <p:cNvSpPr>
            <a:spLocks noGrp="1"/>
          </p:cNvSpPr>
          <p:nvPr/>
        </p:nvSpPr>
        <p:spPr>
          <a:xfrm>
            <a:off x="609600" y="6124575"/>
            <a:ext cx="10382250" cy="38100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defRPr sz="1350" b="0">
                <a:solidFill>
                  <a:srgbClr val="53627A"/>
                </a:solidFill>
                <a:latin typeface="PingFang SC" panose="020B0400000000000000" charset="-122"/>
                <a:ea typeface="PingFang SC" panose="020B0400000000000000" charset="-122"/>
                <a:cs typeface="PingFang SC" panose="020B0400000000000000" charset="-122"/>
              </a:defRPr>
            </a:lvl1pPr>
            <a:lvl2pPr>
              <a:defRPr sz="1350" b="0">
                <a:solidFill>
                  <a:srgbClr val="53627A"/>
                </a:solidFill>
                <a:latin typeface="PingFang SC" panose="020B0400000000000000" charset="-122"/>
                <a:ea typeface="PingFang SC" panose="020B0400000000000000" charset="-122"/>
                <a:cs typeface="PingFang SC" panose="020B0400000000000000" charset="-122"/>
              </a:defRPr>
            </a:lvl2pPr>
            <a:lvl3pPr>
              <a:defRPr sz="1350" b="0">
                <a:solidFill>
                  <a:srgbClr val="53627A"/>
                </a:solidFill>
                <a:latin typeface="PingFang SC" panose="020B0400000000000000" charset="-122"/>
                <a:ea typeface="PingFang SC" panose="020B0400000000000000" charset="-122"/>
                <a:cs typeface="PingFang SC" panose="020B0400000000000000" charset="-122"/>
              </a:defRPr>
            </a:lvl3pPr>
            <a:lvl4pPr>
              <a:defRPr sz="1350" b="0">
                <a:solidFill>
                  <a:srgbClr val="53627A"/>
                </a:solidFill>
                <a:latin typeface="PingFang SC" panose="020B0400000000000000" charset="-122"/>
                <a:ea typeface="PingFang SC" panose="020B0400000000000000" charset="-122"/>
                <a:cs typeface="PingFang SC" panose="020B0400000000000000" charset="-122"/>
              </a:defRPr>
            </a:lvl4pPr>
            <a:lvl5pPr>
              <a:defRPr sz="1350" b="0">
                <a:solidFill>
                  <a:srgbClr val="53627A"/>
                </a:solidFill>
                <a:latin typeface="PingFang SC" panose="020B0400000000000000" charset="-122"/>
                <a:ea typeface="PingFang SC" panose="020B0400000000000000" charset="-122"/>
                <a:cs typeface="PingFang SC" panose="020B0400000000000000" charset="-122"/>
              </a:defRPr>
            </a:lvl5pPr>
            <a:lvl6pPr>
              <a:defRPr sz="1350" b="0">
                <a:solidFill>
                  <a:srgbClr val="53627A"/>
                </a:solidFill>
                <a:latin typeface="PingFang SC" panose="020B0400000000000000" charset="-122"/>
                <a:ea typeface="PingFang SC" panose="020B0400000000000000" charset="-122"/>
                <a:cs typeface="PingFang SC" panose="020B0400000000000000" charset="-122"/>
              </a:defRPr>
            </a:lvl6pPr>
            <a:lvl7pPr>
              <a:defRPr sz="1350" b="0">
                <a:solidFill>
                  <a:srgbClr val="53627A"/>
                </a:solidFill>
                <a:latin typeface="PingFang SC" panose="020B0400000000000000" charset="-122"/>
                <a:ea typeface="PingFang SC" panose="020B0400000000000000" charset="-122"/>
                <a:cs typeface="PingFang SC" panose="020B0400000000000000" charset="-122"/>
              </a:defRPr>
            </a:lvl7pPr>
            <a:lvl8pPr>
              <a:defRPr sz="1350" b="0">
                <a:solidFill>
                  <a:srgbClr val="53627A"/>
                </a:solidFill>
                <a:latin typeface="PingFang SC" panose="020B0400000000000000" charset="-122"/>
                <a:ea typeface="PingFang SC" panose="020B0400000000000000" charset="-122"/>
                <a:cs typeface="PingFang SC" panose="020B0400000000000000" charset="-122"/>
              </a:defRPr>
            </a:lvl8pPr>
            <a:lvl9pPr>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对应“音频检查的完整过程”。找到本地模型不代表检查指标已经校准</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8" name="矩形 7"/>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defRPr sz="1275" b="0">
                <a:solidFill>
                  <a:srgbClr val="53627A"/>
                </a:solidFill>
                <a:latin typeface="PingFang SC" panose="020B0400000000000000" charset="-122"/>
                <a:ea typeface="PingFang SC" panose="020B0400000000000000" charset="-122"/>
                <a:cs typeface="PingFang SC" panose="020B0400000000000000" charset="-122"/>
              </a:defRPr>
            </a:lvl1pPr>
            <a:lvl2pPr>
              <a:defRPr sz="1275" b="0">
                <a:solidFill>
                  <a:srgbClr val="53627A"/>
                </a:solidFill>
                <a:latin typeface="PingFang SC" panose="020B0400000000000000" charset="-122"/>
                <a:ea typeface="PingFang SC" panose="020B0400000000000000" charset="-122"/>
                <a:cs typeface="PingFang SC" panose="020B0400000000000000" charset="-122"/>
              </a:defRPr>
            </a:lvl2pPr>
            <a:lvl3pPr>
              <a:defRPr sz="1275" b="0">
                <a:solidFill>
                  <a:srgbClr val="53627A"/>
                </a:solidFill>
                <a:latin typeface="PingFang SC" panose="020B0400000000000000" charset="-122"/>
                <a:ea typeface="PingFang SC" panose="020B0400000000000000" charset="-122"/>
                <a:cs typeface="PingFang SC" panose="020B0400000000000000" charset="-122"/>
              </a:defRPr>
            </a:lvl3pPr>
            <a:lvl4pPr>
              <a:defRPr sz="1275" b="0">
                <a:solidFill>
                  <a:srgbClr val="53627A"/>
                </a:solidFill>
                <a:latin typeface="PingFang SC" panose="020B0400000000000000" charset="-122"/>
                <a:ea typeface="PingFang SC" panose="020B0400000000000000" charset="-122"/>
                <a:cs typeface="PingFang SC" panose="020B0400000000000000" charset="-122"/>
              </a:defRPr>
            </a:lvl4pPr>
            <a:lvl5pPr>
              <a:defRPr sz="1275" b="0">
                <a:solidFill>
                  <a:srgbClr val="53627A"/>
                </a:solidFill>
                <a:latin typeface="PingFang SC" panose="020B0400000000000000" charset="-122"/>
                <a:ea typeface="PingFang SC" panose="020B0400000000000000" charset="-122"/>
                <a:cs typeface="PingFang SC" panose="020B0400000000000000" charset="-122"/>
              </a:defRPr>
            </a:lvl5pPr>
            <a:lvl6pPr>
              <a:defRPr sz="1275" b="0">
                <a:solidFill>
                  <a:srgbClr val="53627A"/>
                </a:solidFill>
                <a:latin typeface="PingFang SC" panose="020B0400000000000000" charset="-122"/>
                <a:ea typeface="PingFang SC" panose="020B0400000000000000" charset="-122"/>
                <a:cs typeface="PingFang SC" panose="020B0400000000000000" charset="-122"/>
              </a:defRPr>
            </a:lvl6pPr>
            <a:lvl7pPr>
              <a:defRPr sz="1275" b="0">
                <a:solidFill>
                  <a:srgbClr val="53627A"/>
                </a:solidFill>
                <a:latin typeface="PingFang SC" panose="020B0400000000000000" charset="-122"/>
                <a:ea typeface="PingFang SC" panose="020B0400000000000000" charset="-122"/>
                <a:cs typeface="PingFang SC" panose="020B0400000000000000" charset="-122"/>
              </a:defRPr>
            </a:lvl7pPr>
            <a:lvl8pPr>
              <a:defRPr sz="1275" b="0">
                <a:solidFill>
                  <a:srgbClr val="53627A"/>
                </a:solidFill>
                <a:latin typeface="PingFang SC" panose="020B0400000000000000" charset="-122"/>
                <a:ea typeface="PingFang SC" panose="020B0400000000000000" charset="-122"/>
                <a:cs typeface="PingFang SC" panose="020B0400000000000000" charset="-122"/>
              </a:defRPr>
            </a:lvl8pPr>
            <a:lvl9pPr>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18</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cxnSp>
        <p:nvCxnSpPr>
          <p:cNvPr id="7" name="直接箭头连接符 6"/>
          <p:cNvCxnSpPr>
            <a:stCxn id="4" idx="3"/>
            <a:endCxn id="5" idx="1"/>
          </p:cNvCxnSpPr>
          <p:nvPr/>
        </p:nvCxnSpPr>
        <p:spPr>
          <a:xfrm>
            <a:off x="7524750" y="2085975"/>
            <a:ext cx="1200150" cy="0"/>
          </a:xfrm>
          <a:prstGeom prst="straightConnector1">
            <a:avLst/>
          </a:prstGeom>
          <a:ln w="23813">
            <a:solidFill>
              <a:srgbClr val="245BDD"/>
            </a:solidFill>
            <a:tailEnd type="triangle" w="med" len="med"/>
          </a:ln>
        </p:spPr>
      </p:cxnSp>
      <p:cxnSp>
        <p:nvCxnSpPr>
          <p:cNvPr id="6" name="直接箭头连接符 5"/>
          <p:cNvCxnSpPr>
            <a:stCxn id="3" idx="3"/>
            <a:endCxn id="4" idx="1"/>
          </p:cNvCxnSpPr>
          <p:nvPr/>
        </p:nvCxnSpPr>
        <p:spPr>
          <a:xfrm>
            <a:off x="3467100" y="2085975"/>
            <a:ext cx="1200150" cy="0"/>
          </a:xfrm>
          <a:prstGeom prst="straightConnector1">
            <a:avLst/>
          </a:prstGeom>
          <a:ln w="23813">
            <a:solidFill>
              <a:srgbClr val="245BDD"/>
            </a:solidFill>
            <a:tailEnd type="triangle" w="med" len="med"/>
          </a:ln>
        </p:spPr>
      </p:cxnSp>
      <p:sp>
        <p:nvSpPr>
          <p:cNvPr id="10" name="矩形 9"/>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内容检查：录音怎样变成可比较的文字</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19</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3" name="矩形 2"/>
          <p:cNvSpPr>
            <a:spLocks noGrp="1"/>
          </p:cNvSpPr>
          <p:nvPr/>
        </p:nvSpPr>
        <p:spPr>
          <a:xfrm>
            <a:off x="609600" y="1628775"/>
            <a:ext cx="2857500" cy="91440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录音文件</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本地 SenseVoice 识别</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4667250" y="1628775"/>
            <a:ext cx="2857500" cy="91440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原文与转写各做整理</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统一写法，再分字或分词</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8724900" y="1628775"/>
            <a:ext cx="2857500" cy="914400"/>
          </a:xfrm>
          <a:prstGeom prst="rect">
            <a:avLst/>
          </a:prstGeom>
          <a:solidFill>
            <a:srgbClr val="FFFFFF"/>
          </a:solidFill>
          <a:ln w="19050">
            <a:solidFill>
              <a:srgbClr val="176C5C"/>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逐项比较</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保存差异和原始录音</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graphicFrame>
        <p:nvGraphicFramePr>
          <p:cNvPr id="8" name="表格 7"/>
          <p:cNvGraphicFramePr/>
          <p:nvPr/>
        </p:nvGraphicFramePr>
        <p:xfrm>
          <a:off x="609600" y="3000375"/>
          <a:ext cx="10972800" cy="2628900"/>
        </p:xfrm>
        <a:graphic>
          <a:graphicData uri="http://schemas.openxmlformats.org/drawingml/2006/table">
            <a:tbl>
              <a:tblPr/>
              <a:tblGrid>
                <a:gridCol w="1762125"/>
                <a:gridCol w="5048250"/>
                <a:gridCol w="4162425"/>
              </a:tblGrid>
              <a:tr h="657225">
                <a:tc>
                  <a:txBody>
                    <a:bodyPr/>
                    <a:lstStyle/>
                    <a:p>
                      <a:r>
                        <a:rPr sz="1725" b="1">
                          <a:solidFill>
                            <a:srgbClr val="245BDD"/>
                          </a:solidFill>
                          <a:latin typeface="PingFang SC" panose="020B0400000000000000" charset="-122"/>
                          <a:ea typeface="PingFang SC" panose="020B0400000000000000" charset="-122"/>
                          <a:cs typeface="PingFang SC" panose="020B0400000000000000" charset="-122"/>
                        </a:rPr>
                        <a:t>具体处理</a:t>
                      </a:r>
                      <a:endParaRPr sz="1725" b="1">
                        <a:solidFill>
                          <a:srgbClr val="245BDD"/>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725" b="1">
                          <a:solidFill>
                            <a:srgbClr val="245BDD"/>
                          </a:solidFill>
                          <a:latin typeface="PingFang SC" panose="020B0400000000000000" charset="-122"/>
                          <a:ea typeface="PingFang SC" panose="020B0400000000000000" charset="-122"/>
                          <a:cs typeface="PingFang SC" panose="020B0400000000000000" charset="-122"/>
                        </a:rPr>
                        <a:t>程序如何实现</a:t>
                      </a:r>
                      <a:endParaRPr sz="1725"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725" b="1">
                          <a:solidFill>
                            <a:srgbClr val="245BDD"/>
                          </a:solidFill>
                          <a:latin typeface="PingFang SC" panose="020B0400000000000000" charset="-122"/>
                          <a:ea typeface="PingFang SC" panose="020B0400000000000000" charset="-122"/>
                          <a:cs typeface="PingFang SC" panose="020B0400000000000000" charset="-122"/>
                        </a:rPr>
                        <a:t>为什么需要这一步</a:t>
                      </a:r>
                      <a:endParaRPr sz="1725"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r>
              <a:tr h="657225">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转成文字</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SenseVoiceSmall 在 CPU 上运行，</a:t>
                      </a:r>
                      <a:endParaRPr sz="1725" b="0">
                        <a:solidFill>
                          <a:srgbClr val="16243B"/>
                        </a:solidFill>
                        <a:latin typeface="PingFang SC" panose="020B0400000000000000" charset="-122"/>
                        <a:ea typeface="PingFang SC" panose="020B0400000000000000" charset="-122"/>
                        <a:cs typeface="PingFang SC" panose="020B0400000000000000" charset="-122"/>
                      </a:endParaRPr>
                    </a:p>
                    <a:p>
                      <a:r>
                        <a:rPr sz="1725" b="0">
                          <a:solidFill>
                            <a:srgbClr val="16243B"/>
                          </a:solidFill>
                          <a:latin typeface="PingFang SC" panose="020B0400000000000000" charset="-122"/>
                          <a:ea typeface="PingFang SC" panose="020B0400000000000000" charset="-122"/>
                          <a:cs typeface="PingFang SC" panose="020B0400000000000000" charset="-122"/>
                        </a:rPr>
                        <a:t>自动识别语言，取出纯文本</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模型目录由本地配置指定，</a:t>
                      </a:r>
                      <a:endParaRPr sz="1725" b="0">
                        <a:solidFill>
                          <a:srgbClr val="16243B"/>
                        </a:solidFill>
                        <a:latin typeface="PingFang SC" panose="020B0400000000000000" charset="-122"/>
                        <a:ea typeface="PingFang SC" panose="020B0400000000000000" charset="-122"/>
                        <a:cs typeface="PingFang SC" panose="020B0400000000000000" charset="-122"/>
                      </a:endParaRPr>
                    </a:p>
                    <a:p>
                      <a:r>
                        <a:rPr sz="1725" b="0">
                          <a:solidFill>
                            <a:srgbClr val="16243B"/>
                          </a:solidFill>
                          <a:latin typeface="PingFang SC" panose="020B0400000000000000" charset="-122"/>
                          <a:ea typeface="PingFang SC" panose="020B0400000000000000" charset="-122"/>
                          <a:cs typeface="PingFang SC" panose="020B0400000000000000" charset="-122"/>
                        </a:rPr>
                        <a:t>缺模型或转写为空就保留未查清</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657225">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整理比较文本</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统一全角、半角、大小写和引号，</a:t>
                      </a:r>
                      <a:endParaRPr sz="1725" b="0">
                        <a:solidFill>
                          <a:srgbClr val="16243B"/>
                        </a:solidFill>
                        <a:latin typeface="PingFang SC" panose="020B0400000000000000" charset="-122"/>
                        <a:ea typeface="PingFang SC" panose="020B0400000000000000" charset="-122"/>
                        <a:cs typeface="PingFang SC" panose="020B0400000000000000" charset="-122"/>
                      </a:endParaRPr>
                    </a:p>
                    <a:p>
                      <a:r>
                        <a:rPr sz="1725" b="0">
                          <a:solidFill>
                            <a:srgbClr val="16243B"/>
                          </a:solidFill>
                          <a:latin typeface="PingFang SC" panose="020B0400000000000000" charset="-122"/>
                          <a:ea typeface="PingFang SC" panose="020B0400000000000000" charset="-122"/>
                          <a:cs typeface="PingFang SC" panose="020B0400000000000000" charset="-122"/>
                        </a:rPr>
                        <a:t>处理支持的数字、日期与显式词典</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20 books 与 twenty books</a:t>
                      </a:r>
                      <a:endParaRPr sz="1725" b="0">
                        <a:solidFill>
                          <a:srgbClr val="16243B"/>
                        </a:solidFill>
                        <a:latin typeface="PingFang SC" panose="020B0400000000000000" charset="-122"/>
                        <a:ea typeface="PingFang SC" panose="020B0400000000000000" charset="-122"/>
                        <a:cs typeface="PingFang SC" panose="020B0400000000000000" charset="-122"/>
                      </a:endParaRPr>
                    </a:p>
                    <a:p>
                      <a:r>
                        <a:rPr sz="1725" b="0">
                          <a:solidFill>
                            <a:srgbClr val="16243B"/>
                          </a:solidFill>
                          <a:latin typeface="PingFang SC" panose="020B0400000000000000" charset="-122"/>
                          <a:ea typeface="PingFang SC" panose="020B0400000000000000" charset="-122"/>
                          <a:cs typeface="PingFang SC" panose="020B0400000000000000" charset="-122"/>
                        </a:rPr>
                        <a:t>可以按同样内容比较</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r h="657225">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确定比较单位</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中文按字，英文按词，</a:t>
                      </a:r>
                      <a:endParaRPr sz="1725" b="0">
                        <a:solidFill>
                          <a:srgbClr val="16243B"/>
                        </a:solidFill>
                        <a:latin typeface="PingFang SC" panose="020B0400000000000000" charset="-122"/>
                        <a:ea typeface="PingFang SC" panose="020B0400000000000000" charset="-122"/>
                        <a:cs typeface="PingFang SC" panose="020B0400000000000000" charset="-122"/>
                      </a:endParaRPr>
                    </a:p>
                    <a:p>
                      <a:r>
                        <a:rPr sz="1725" b="0">
                          <a:solidFill>
                            <a:srgbClr val="16243B"/>
                          </a:solidFill>
                          <a:latin typeface="PingFang SC" panose="020B0400000000000000" charset="-122"/>
                          <a:ea typeface="PingFang SC" panose="020B0400000000000000" charset="-122"/>
                          <a:cs typeface="PingFang SC" panose="020B0400000000000000" charset="-122"/>
                        </a:rPr>
                        <a:t>保留英文词界和缩写内部撇号</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避免把 don’t 的否定含义、</a:t>
                      </a:r>
                      <a:endParaRPr sz="1725" b="0">
                        <a:solidFill>
                          <a:srgbClr val="16243B"/>
                        </a:solidFill>
                        <a:latin typeface="PingFang SC" panose="020B0400000000000000" charset="-122"/>
                        <a:ea typeface="PingFang SC" panose="020B0400000000000000" charset="-122"/>
                        <a:cs typeface="PingFang SC" panose="020B0400000000000000" charset="-122"/>
                      </a:endParaRPr>
                    </a:p>
                    <a:p>
                      <a:r>
                        <a:rPr sz="1725" b="0">
                          <a:solidFill>
                            <a:srgbClr val="16243B"/>
                          </a:solidFill>
                          <a:latin typeface="PingFang SC" panose="020B0400000000000000" charset="-122"/>
                          <a:ea typeface="PingFang SC" panose="020B0400000000000000" charset="-122"/>
                          <a:cs typeface="PingFang SC" panose="020B0400000000000000" charset="-122"/>
                        </a:rPr>
                        <a:t>人名或编号随意抹掉</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bl>
          </a:graphicData>
        </a:graphic>
      </p:graphicFrame>
      <p:sp>
        <p:nvSpPr>
          <p:cNvPr id="9" name="矩形 8"/>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比较基准是实际发送给语音服务的 tts_text，书籍原文、朗读改写和比较结果分别保存</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sp>
        <p:nvSpPr>
          <p:cNvPr id="10" name="矩形 9"/>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内容检查：怎样找出多读、漏读和错读</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20</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3" name="矩形 2"/>
          <p:cNvSpPr>
            <a:spLocks noGrp="1"/>
          </p:cNvSpPr>
          <p:nvPr/>
        </p:nvSpPr>
        <p:spPr>
          <a:xfrm>
            <a:off x="609600" y="1543050"/>
            <a:ext cx="10953750" cy="419100"/>
          </a:xfrm>
          <a:prstGeom prst="rect">
            <a:avLst/>
          </a:prstGeom>
          <a:noFill/>
          <a:ln w="0">
            <a:noFill/>
          </a:ln>
        </p:spPr>
        <p:txBody>
          <a:bodyPr lIns="0" tIns="0" rIns="0" bIns="0"/>
          <a:lstStyle>
            <a:defPPr>
              <a:defRPr sz="2250" b="1">
                <a:solidFill>
                  <a:srgbClr val="245BDD"/>
                </a:solidFill>
                <a:latin typeface="PingFang SC" panose="020B0400000000000000" charset="-122"/>
                <a:ea typeface="PingFang SC" panose="020B0400000000000000" charset="-122"/>
                <a:cs typeface="PingFang SC" panose="020B0400000000000000" charset="-122"/>
              </a:defRPr>
            </a:defPPr>
            <a:lvl1pPr>
              <a:buNone/>
              <a:defRPr sz="22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2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2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2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2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2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2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2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2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250" b="1">
                <a:solidFill>
                  <a:srgbClr val="245BDD"/>
                </a:solidFill>
                <a:latin typeface="PingFang SC" panose="020B0400000000000000" charset="-122"/>
                <a:ea typeface="PingFang SC" panose="020B0400000000000000" charset="-122"/>
                <a:cs typeface="PingFang SC" panose="020B0400000000000000" charset="-122"/>
              </a:defRPr>
            </a:pPr>
            <a:r>
              <a:rPr sz="2250" b="1">
                <a:solidFill>
                  <a:srgbClr val="245BDD"/>
                </a:solidFill>
                <a:latin typeface="PingFang SC" panose="020B0400000000000000" charset="-122"/>
                <a:ea typeface="PingFang SC" panose="020B0400000000000000" charset="-122"/>
                <a:cs typeface="PingFang SC" panose="020B0400000000000000" charset="-122"/>
              </a:rPr>
              <a:t>程序寻找“最少需要改几处”，把两份文本对齐</a:t>
            </a:r>
            <a:endParaRPr sz="22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609600" y="2019300"/>
            <a:ext cx="10972800" cy="438150"/>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buNone/>
              <a:defRPr sz="2025" b="0">
                <a:solidFill>
                  <a:srgbClr val="53627A"/>
                </a:solidFill>
                <a:latin typeface="PingFang SC" panose="020B0400000000000000" charset="-122"/>
                <a:ea typeface="PingFang SC" panose="020B0400000000000000" charset="-122"/>
                <a:cs typeface="PingFang SC" panose="020B0400000000000000" charset="-122"/>
              </a:defRPr>
            </a:lvl1pPr>
            <a:lvl2pPr>
              <a:buNone/>
              <a:defRPr sz="2025" b="0">
                <a:solidFill>
                  <a:srgbClr val="53627A"/>
                </a:solidFill>
                <a:latin typeface="PingFang SC" panose="020B0400000000000000" charset="-122"/>
                <a:ea typeface="PingFang SC" panose="020B0400000000000000" charset="-122"/>
                <a:cs typeface="PingFang SC" panose="020B0400000000000000" charset="-122"/>
              </a:defRPr>
            </a:lvl2pPr>
            <a:lvl3pPr>
              <a:buNone/>
              <a:defRPr sz="2025" b="0">
                <a:solidFill>
                  <a:srgbClr val="53627A"/>
                </a:solidFill>
                <a:latin typeface="PingFang SC" panose="020B0400000000000000" charset="-122"/>
                <a:ea typeface="PingFang SC" panose="020B0400000000000000" charset="-122"/>
                <a:cs typeface="PingFang SC" panose="020B0400000000000000" charset="-122"/>
              </a:defRPr>
            </a:lvl3pPr>
            <a:lvl4pPr>
              <a:buNone/>
              <a:defRPr sz="2025" b="0">
                <a:solidFill>
                  <a:srgbClr val="53627A"/>
                </a:solidFill>
                <a:latin typeface="PingFang SC" panose="020B0400000000000000" charset="-122"/>
                <a:ea typeface="PingFang SC" panose="020B0400000000000000" charset="-122"/>
                <a:cs typeface="PingFang SC" panose="020B0400000000000000" charset="-122"/>
              </a:defRPr>
            </a:lvl4pPr>
            <a:lvl5pPr>
              <a:buNone/>
              <a:defRPr sz="2025" b="0">
                <a:solidFill>
                  <a:srgbClr val="53627A"/>
                </a:solidFill>
                <a:latin typeface="PingFang SC" panose="020B0400000000000000" charset="-122"/>
                <a:ea typeface="PingFang SC" panose="020B0400000000000000" charset="-122"/>
                <a:cs typeface="PingFang SC" panose="020B0400000000000000" charset="-122"/>
              </a:defRPr>
            </a:lvl5pPr>
            <a:lvl6pPr>
              <a:buNone/>
              <a:defRPr sz="2025" b="0">
                <a:solidFill>
                  <a:srgbClr val="53627A"/>
                </a:solidFill>
                <a:latin typeface="PingFang SC" panose="020B0400000000000000" charset="-122"/>
                <a:ea typeface="PingFang SC" panose="020B0400000000000000" charset="-122"/>
                <a:cs typeface="PingFang SC" panose="020B0400000000000000" charset="-122"/>
              </a:defRPr>
            </a:lvl6pPr>
            <a:lvl7pPr>
              <a:buNone/>
              <a:defRPr sz="2025" b="0">
                <a:solidFill>
                  <a:srgbClr val="53627A"/>
                </a:solidFill>
                <a:latin typeface="PingFang SC" panose="020B0400000000000000" charset="-122"/>
                <a:ea typeface="PingFang SC" panose="020B0400000000000000" charset="-122"/>
                <a:cs typeface="PingFang SC" panose="020B0400000000000000" charset="-122"/>
              </a:defRPr>
            </a:lvl7pPr>
            <a:lvl8pPr>
              <a:buNone/>
              <a:defRPr sz="2025" b="0">
                <a:solidFill>
                  <a:srgbClr val="53627A"/>
                </a:solidFill>
                <a:latin typeface="PingFang SC" panose="020B0400000000000000" charset="-122"/>
                <a:ea typeface="PingFang SC" panose="020B0400000000000000" charset="-122"/>
                <a:cs typeface="PingFang SC" panose="020B0400000000000000" charset="-122"/>
              </a:defRPr>
            </a:lvl8pPr>
            <a:lvl9pPr>
              <a:buNone/>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增加、删除、替换各记 1 次，相同内容记 0 次。这种方法叫编辑距离。</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609600" y="2524125"/>
            <a:ext cx="10972800" cy="419100"/>
          </a:xfrm>
          <a:prstGeom prst="rect">
            <a:avLst/>
          </a:prstGeom>
          <a:noFill/>
          <a:ln w="0">
            <a:noFill/>
          </a:ln>
        </p:spPr>
        <p:txBody>
          <a:bodyPr lIns="0" tIns="0" rIns="0" bIns="0"/>
          <a:lstStyle>
            <a:defPPr>
              <a:defRPr sz="2025" b="1">
                <a:solidFill>
                  <a:srgbClr val="16243B"/>
                </a:solidFill>
                <a:latin typeface="PingFang SC" panose="020B0400000000000000" charset="-122"/>
                <a:ea typeface="PingFang SC" panose="020B0400000000000000" charset="-122"/>
                <a:cs typeface="PingFang SC" panose="020B0400000000000000" charset="-122"/>
              </a:defRPr>
            </a:defPPr>
            <a:lvl1pPr>
              <a:buNone/>
              <a:defRPr sz="2025" b="1">
                <a:solidFill>
                  <a:srgbClr val="16243B"/>
                </a:solidFill>
                <a:latin typeface="PingFang SC" panose="020B0400000000000000" charset="-122"/>
                <a:ea typeface="PingFang SC" panose="020B0400000000000000" charset="-122"/>
                <a:cs typeface="PingFang SC" panose="020B0400000000000000" charset="-122"/>
              </a:defRPr>
            </a:lvl1pPr>
            <a:lvl2pPr>
              <a:buNone/>
              <a:defRPr sz="2025" b="1">
                <a:solidFill>
                  <a:srgbClr val="16243B"/>
                </a:solidFill>
                <a:latin typeface="PingFang SC" panose="020B0400000000000000" charset="-122"/>
                <a:ea typeface="PingFang SC" panose="020B0400000000000000" charset="-122"/>
                <a:cs typeface="PingFang SC" panose="020B0400000000000000" charset="-122"/>
              </a:defRPr>
            </a:lvl2pPr>
            <a:lvl3pPr>
              <a:buNone/>
              <a:defRPr sz="2025" b="1">
                <a:solidFill>
                  <a:srgbClr val="16243B"/>
                </a:solidFill>
                <a:latin typeface="PingFang SC" panose="020B0400000000000000" charset="-122"/>
                <a:ea typeface="PingFang SC" panose="020B0400000000000000" charset="-122"/>
                <a:cs typeface="PingFang SC" panose="020B0400000000000000" charset="-122"/>
              </a:defRPr>
            </a:lvl3pPr>
            <a:lvl4pPr>
              <a:buNone/>
              <a:defRPr sz="2025" b="1">
                <a:solidFill>
                  <a:srgbClr val="16243B"/>
                </a:solidFill>
                <a:latin typeface="PingFang SC" panose="020B0400000000000000" charset="-122"/>
                <a:ea typeface="PingFang SC" panose="020B0400000000000000" charset="-122"/>
                <a:cs typeface="PingFang SC" panose="020B0400000000000000" charset="-122"/>
              </a:defRPr>
            </a:lvl4pPr>
            <a:lvl5pPr>
              <a:buNone/>
              <a:defRPr sz="2025" b="1">
                <a:solidFill>
                  <a:srgbClr val="16243B"/>
                </a:solidFill>
                <a:latin typeface="PingFang SC" panose="020B0400000000000000" charset="-122"/>
                <a:ea typeface="PingFang SC" panose="020B0400000000000000" charset="-122"/>
                <a:cs typeface="PingFang SC" panose="020B0400000000000000" charset="-122"/>
              </a:defRPr>
            </a:lvl5pPr>
            <a:lvl6pPr>
              <a:buNone/>
              <a:defRPr sz="2025" b="1">
                <a:solidFill>
                  <a:srgbClr val="16243B"/>
                </a:solidFill>
                <a:latin typeface="PingFang SC" panose="020B0400000000000000" charset="-122"/>
                <a:ea typeface="PingFang SC" panose="020B0400000000000000" charset="-122"/>
                <a:cs typeface="PingFang SC" panose="020B0400000000000000" charset="-122"/>
              </a:defRPr>
            </a:lvl6pPr>
            <a:lvl7pPr>
              <a:buNone/>
              <a:defRPr sz="2025" b="1">
                <a:solidFill>
                  <a:srgbClr val="16243B"/>
                </a:solidFill>
                <a:latin typeface="PingFang SC" panose="020B0400000000000000" charset="-122"/>
                <a:ea typeface="PingFang SC" panose="020B0400000000000000" charset="-122"/>
                <a:cs typeface="PingFang SC" panose="020B0400000000000000" charset="-122"/>
              </a:defRPr>
            </a:lvl7pPr>
            <a:lvl8pPr>
              <a:buNone/>
              <a:defRPr sz="2025" b="1">
                <a:solidFill>
                  <a:srgbClr val="16243B"/>
                </a:solidFill>
                <a:latin typeface="PingFang SC" panose="020B0400000000000000" charset="-122"/>
                <a:ea typeface="PingFang SC" panose="020B0400000000000000" charset="-122"/>
                <a:cs typeface="PingFang SC" panose="020B0400000000000000" charset="-122"/>
              </a:defRPr>
            </a:lvl8pPr>
            <a:lvl9pPr>
              <a:buNone/>
              <a:defRPr sz="2025"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2025" b="1">
                <a:solidFill>
                  <a:srgbClr val="16243B"/>
                </a:solidFill>
                <a:latin typeface="PingFang SC" panose="020B0400000000000000" charset="-122"/>
                <a:ea typeface="PingFang SC" panose="020B0400000000000000" charset="-122"/>
                <a:cs typeface="PingFang SC" panose="020B0400000000000000" charset="-122"/>
              </a:defRPr>
            </a:pPr>
            <a:r>
              <a:rPr sz="2025" b="1">
                <a:solidFill>
                  <a:srgbClr val="16243B"/>
                </a:solidFill>
                <a:latin typeface="PingFang SC" panose="020B0400000000000000" charset="-122"/>
                <a:ea typeface="PingFang SC" panose="020B0400000000000000" charset="-122"/>
                <a:cs typeface="PingFang SC" panose="020B0400000000000000" charset="-122"/>
              </a:rPr>
              <a:t>D(i,j) = min{ D(i−1,j)+1, D(i,j−1)+1, D(i−1,j−1)+[a[i]≠b[j]] }</a:t>
            </a:r>
            <a:endParaRPr sz="202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6" name="矩形 5"/>
          <p:cNvSpPr>
            <a:spLocks noGrp="1"/>
          </p:cNvSpPr>
          <p:nvPr/>
        </p:nvSpPr>
        <p:spPr>
          <a:xfrm>
            <a:off x="609600" y="2962275"/>
            <a:ext cx="10972800" cy="361950"/>
          </a:xfrm>
          <a:prstGeom prst="rect">
            <a:avLst/>
          </a:prstGeom>
          <a:noFill/>
          <a:ln w="0">
            <a:noFill/>
          </a:ln>
        </p:spPr>
        <p:txBody>
          <a:bodyPr lIns="0" tIns="0" rIns="0" bIns="0"/>
          <a:lstStyle>
            <a:defPPr>
              <a:defRPr sz="1725" b="0">
                <a:solidFill>
                  <a:srgbClr val="53627A"/>
                </a:solidFill>
                <a:latin typeface="PingFang SC" panose="020B0400000000000000" charset="-122"/>
                <a:ea typeface="PingFang SC" panose="020B0400000000000000" charset="-122"/>
                <a:cs typeface="PingFang SC" panose="020B0400000000000000" charset="-122"/>
              </a:defRPr>
            </a:defPPr>
            <a:lvl1pPr>
              <a:buNone/>
              <a:defRPr sz="172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72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72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72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72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72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72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72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72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725" b="0">
                <a:solidFill>
                  <a:srgbClr val="53627A"/>
                </a:solidFill>
                <a:latin typeface="PingFang SC" panose="020B0400000000000000" charset="-122"/>
                <a:ea typeface="PingFang SC" panose="020B0400000000000000" charset="-122"/>
                <a:cs typeface="PingFang SC" panose="020B0400000000000000" charset="-122"/>
              </a:defRPr>
            </a:pPr>
            <a:r>
              <a:rPr sz="1725" b="0">
                <a:solidFill>
                  <a:srgbClr val="53627A"/>
                </a:solidFill>
                <a:latin typeface="PingFang SC" panose="020B0400000000000000" charset="-122"/>
                <a:ea typeface="PingFang SC" panose="020B0400000000000000" charset="-122"/>
                <a:cs typeface="PingFang SC" panose="020B0400000000000000" charset="-122"/>
              </a:rPr>
              <a:t>D(i,j) 表示原文前 i 个字词与转写前 j 个字词的最少改动数</a:t>
            </a:r>
            <a:endParaRPr sz="1725" b="0">
              <a:solidFill>
                <a:srgbClr val="53627A"/>
              </a:solidFill>
              <a:latin typeface="PingFang SC" panose="020B0400000000000000" charset="-122"/>
              <a:ea typeface="PingFang SC" panose="020B0400000000000000" charset="-122"/>
              <a:cs typeface="PingFang SC" panose="020B0400000000000000" charset="-122"/>
            </a:endParaRPr>
          </a:p>
        </p:txBody>
      </p:sp>
      <p:graphicFrame>
        <p:nvGraphicFramePr>
          <p:cNvPr id="7" name="表格 6"/>
          <p:cNvGraphicFramePr/>
          <p:nvPr/>
        </p:nvGraphicFramePr>
        <p:xfrm>
          <a:off x="609600" y="3409950"/>
          <a:ext cx="10972800" cy="1828800"/>
        </p:xfrm>
        <a:graphic>
          <a:graphicData uri="http://schemas.openxmlformats.org/drawingml/2006/table">
            <a:tbl>
              <a:tblPr/>
              <a:tblGrid>
                <a:gridCol w="3524250"/>
                <a:gridCol w="7448550"/>
              </a:tblGrid>
              <a:tr h="457200">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示意输入</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逐字比较的结果</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r>
              <a:tr h="457200">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应该读的内容，共 6 字</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我　今　天　去　学　校</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457200">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识别出的内容，共 8 字</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我　今　天　今　天　去　学　校</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r h="457200">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找到的差异</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多出“今天”两字，差异率 = 2 ÷ 6 ≈ 33.3%</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bl>
          </a:graphicData>
        </a:graphic>
      </p:graphicFrame>
      <p:sp>
        <p:nvSpPr>
          <p:cNvPr id="8" name="矩形 7"/>
          <p:cNvSpPr>
            <a:spLocks noGrp="1"/>
          </p:cNvSpPr>
          <p:nvPr/>
        </p:nvSpPr>
        <p:spPr>
          <a:xfrm>
            <a:off x="609600" y="5467350"/>
            <a:ext cx="10972800" cy="400050"/>
          </a:xfrm>
          <a:prstGeom prst="rect">
            <a:avLst/>
          </a:prstGeom>
          <a:noFill/>
          <a:ln w="0">
            <a:noFill/>
          </a:ln>
        </p:spPr>
        <p:txBody>
          <a:bodyPr lIns="0" tIns="0" rIns="0" bIns="0"/>
          <a:lstStyle>
            <a:defPPr>
              <a:defRPr sz="1950" b="1">
                <a:solidFill>
                  <a:srgbClr val="245BDD"/>
                </a:solidFill>
                <a:latin typeface="PingFang SC" panose="020B0400000000000000" charset="-122"/>
                <a:ea typeface="PingFang SC" panose="020B0400000000000000" charset="-122"/>
                <a:cs typeface="PingFang SC" panose="020B0400000000000000" charset="-122"/>
              </a:defRPr>
            </a:defPPr>
            <a:lvl1pPr>
              <a:buNone/>
              <a:defRPr sz="19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19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19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19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19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19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19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19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19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1950" b="1">
                <a:solidFill>
                  <a:srgbClr val="245BDD"/>
                </a:solidFill>
                <a:latin typeface="PingFang SC" panose="020B0400000000000000" charset="-122"/>
                <a:ea typeface="PingFang SC" panose="020B0400000000000000" charset="-122"/>
                <a:cs typeface="PingFang SC" panose="020B0400000000000000" charset="-122"/>
              </a:defRPr>
            </a:pPr>
            <a:r>
              <a:rPr sz="1950" b="1">
                <a:solidFill>
                  <a:srgbClr val="245BDD"/>
                </a:solidFill>
                <a:latin typeface="PingFang SC" panose="020B0400000000000000" charset="-122"/>
                <a:ea typeface="PingFang SC" panose="020B0400000000000000" charset="-122"/>
                <a:cs typeface="PingFang SC" panose="020B0400000000000000" charset="-122"/>
              </a:rPr>
              <a:t>差异率 =（替换数 + 漏读数 + 多读数）÷ 原文单位数</a:t>
            </a:r>
            <a:endParaRPr sz="19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9" name="矩形 8"/>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真实 R034 曾被识别为“Comome on”，人工听整句后确认是识别误报，原机器证据仍保留</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cxnSp>
        <p:nvCxnSpPr>
          <p:cNvPr id="7" name="直接箭头连接符 6"/>
          <p:cNvCxnSpPr>
            <a:stCxn id="4" idx="3"/>
            <a:endCxn id="5" idx="1"/>
          </p:cNvCxnSpPr>
          <p:nvPr/>
        </p:nvCxnSpPr>
        <p:spPr>
          <a:xfrm>
            <a:off x="7524750" y="2028825"/>
            <a:ext cx="1200150" cy="0"/>
          </a:xfrm>
          <a:prstGeom prst="straightConnector1">
            <a:avLst/>
          </a:prstGeom>
          <a:ln w="23813">
            <a:solidFill>
              <a:srgbClr val="245BDD"/>
            </a:solidFill>
            <a:tailEnd type="triangle" w="med" len="med"/>
          </a:ln>
        </p:spPr>
      </p:cxnSp>
      <p:cxnSp>
        <p:nvCxnSpPr>
          <p:cNvPr id="6" name="直接箭头连接符 5"/>
          <p:cNvCxnSpPr>
            <a:stCxn id="3" idx="3"/>
            <a:endCxn id="4" idx="1"/>
          </p:cNvCxnSpPr>
          <p:nvPr/>
        </p:nvCxnSpPr>
        <p:spPr>
          <a:xfrm>
            <a:off x="3467100" y="2028825"/>
            <a:ext cx="1200150" cy="0"/>
          </a:xfrm>
          <a:prstGeom prst="straightConnector1">
            <a:avLst/>
          </a:prstGeom>
          <a:ln w="23813">
            <a:solidFill>
              <a:srgbClr val="245BDD"/>
            </a:solidFill>
            <a:tailEnd type="triangle" w="med" len="med"/>
          </a:ln>
        </p:spPr>
      </p:cxnSp>
      <p:sp>
        <p:nvSpPr>
          <p:cNvPr id="10" name="矩形 9"/>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人物声音检查：与同一份参考录音比较</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21</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3" name="矩形 2"/>
          <p:cNvSpPr>
            <a:spLocks noGrp="1"/>
          </p:cNvSpPr>
          <p:nvPr/>
        </p:nvSpPr>
        <p:spPr>
          <a:xfrm>
            <a:off x="609600" y="1571625"/>
            <a:ext cx="2857500" cy="91440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当前录音和人物参考音</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分别提取声音特点</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4667250" y="1571625"/>
            <a:ext cx="2857500" cy="91440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ECAPA 模型</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各得到一组数字</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8724900" y="1571625"/>
            <a:ext cx="2857500" cy="91440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比较两组数字</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越不相似，距离越大</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graphicFrame>
        <p:nvGraphicFramePr>
          <p:cNvPr id="8" name="表格 7"/>
          <p:cNvGraphicFramePr/>
          <p:nvPr/>
        </p:nvGraphicFramePr>
        <p:xfrm>
          <a:off x="609600" y="2962275"/>
          <a:ext cx="10972800" cy="2619375"/>
        </p:xfrm>
        <a:graphic>
          <a:graphicData uri="http://schemas.openxmlformats.org/drawingml/2006/table">
            <a:tbl>
              <a:tblPr/>
              <a:tblGrid>
                <a:gridCol w="2000250"/>
                <a:gridCol w="8972550"/>
              </a:tblGrid>
              <a:tr h="523875">
                <a:tc>
                  <a:txBody>
                    <a:bodyPr/>
                    <a:lstStyle/>
                    <a:p>
                      <a:r>
                        <a:rPr sz="1800" b="1">
                          <a:solidFill>
                            <a:srgbClr val="245BDD"/>
                          </a:solidFill>
                          <a:latin typeface="PingFang SC" panose="020B0400000000000000" charset="-122"/>
                          <a:ea typeface="PingFang SC" panose="020B0400000000000000" charset="-122"/>
                          <a:cs typeface="PingFang SC" panose="020B0400000000000000" charset="-122"/>
                        </a:rPr>
                        <a:t>技术细节</a:t>
                      </a:r>
                      <a:endParaRPr sz="1800" b="1">
                        <a:solidFill>
                          <a:srgbClr val="245BDD"/>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800" b="1">
                          <a:solidFill>
                            <a:srgbClr val="245BDD"/>
                          </a:solidFill>
                          <a:latin typeface="PingFang SC" panose="020B0400000000000000" charset="-122"/>
                          <a:ea typeface="PingFang SC" panose="020B0400000000000000" charset="-122"/>
                          <a:cs typeface="PingFang SC" panose="020B0400000000000000" charset="-122"/>
                        </a:rPr>
                        <a:t>当前实现</a:t>
                      </a:r>
                      <a:endParaRPr sz="1800"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r>
              <a:tr h="523875">
                <a:tc>
                  <a:txBody>
                    <a:bodyPr/>
                    <a:lstStyle/>
                    <a:p>
                      <a:r>
                        <a:rPr sz="1800" b="0">
                          <a:solidFill>
                            <a:srgbClr val="16243B"/>
                          </a:solidFill>
                          <a:latin typeface="PingFang SC" panose="020B0400000000000000" charset="-122"/>
                          <a:ea typeface="PingFang SC" panose="020B0400000000000000" charset="-122"/>
                          <a:cs typeface="PingFang SC" panose="020B0400000000000000" charset="-122"/>
                        </a:rPr>
                        <a:t>输入条件</a:t>
                      </a:r>
                      <a:endParaRPr sz="1800"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00" b="0">
                          <a:solidFill>
                            <a:srgbClr val="16243B"/>
                          </a:solidFill>
                          <a:latin typeface="PingFang SC" panose="020B0400000000000000" charset="-122"/>
                          <a:ea typeface="PingFang SC" panose="020B0400000000000000" charset="-122"/>
                          <a:cs typeface="PingFang SC" panose="020B0400000000000000" charset="-122"/>
                        </a:rPr>
                        <a:t>转成单声道、16 kHz，每段至少 3 秒有效语音。太短就暂不判断</a:t>
                      </a:r>
                      <a:endParaRPr sz="1800"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523875">
                <a:tc>
                  <a:txBody>
                    <a:bodyPr/>
                    <a:lstStyle/>
                    <a:p>
                      <a:r>
                        <a:rPr sz="1800" b="0">
                          <a:solidFill>
                            <a:srgbClr val="16243B"/>
                          </a:solidFill>
                          <a:latin typeface="PingFang SC" panose="020B0400000000000000" charset="-122"/>
                          <a:ea typeface="PingFang SC" panose="020B0400000000000000" charset="-122"/>
                          <a:cs typeface="PingFang SC" panose="020B0400000000000000" charset="-122"/>
                        </a:rPr>
                        <a:t>比较算法</a:t>
                      </a:r>
                      <a:endParaRPr sz="1800"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800" b="0">
                          <a:solidFill>
                            <a:srgbClr val="16243B"/>
                          </a:solidFill>
                          <a:latin typeface="PingFang SC" panose="020B0400000000000000" charset="-122"/>
                          <a:ea typeface="PingFang SC" panose="020B0400000000000000" charset="-122"/>
                          <a:cs typeface="PingFang SC" panose="020B0400000000000000" charset="-122"/>
                        </a:rPr>
                        <a:t>向量先归一化，再算距离 d = 1 − cos(u,v)，也就是 1 − u·v</a:t>
                      </a:r>
                      <a:endParaRPr sz="1800"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r h="523875">
                <a:tc>
                  <a:txBody>
                    <a:bodyPr/>
                    <a:lstStyle/>
                    <a:p>
                      <a:r>
                        <a:rPr sz="1800" b="0">
                          <a:solidFill>
                            <a:srgbClr val="16243B"/>
                          </a:solidFill>
                          <a:latin typeface="PingFang SC" panose="020B0400000000000000" charset="-122"/>
                          <a:ea typeface="PingFang SC" panose="020B0400000000000000" charset="-122"/>
                          <a:cs typeface="PingFang SC" panose="020B0400000000000000" charset="-122"/>
                        </a:rPr>
                        <a:t>提示条件</a:t>
                      </a:r>
                      <a:endParaRPr sz="1800"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00" b="0">
                          <a:solidFill>
                            <a:srgbClr val="16243B"/>
                          </a:solidFill>
                          <a:latin typeface="PingFang SC" panose="020B0400000000000000" charset="-122"/>
                          <a:ea typeface="PingFang SC" panose="020B0400000000000000" charset="-122"/>
                          <a:cs typeface="PingFang SC" panose="020B0400000000000000" charset="-122"/>
                        </a:rPr>
                        <a:t>d &gt; 0.35 时标记“疑似换声”。这个阈值尚未用独立数据校准</a:t>
                      </a:r>
                      <a:endParaRPr sz="1800"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523875">
                <a:tc>
                  <a:txBody>
                    <a:bodyPr/>
                    <a:lstStyle/>
                    <a:p>
                      <a:r>
                        <a:rPr sz="1800" b="0">
                          <a:solidFill>
                            <a:srgbClr val="16243B"/>
                          </a:solidFill>
                          <a:latin typeface="PingFang SC" panose="020B0400000000000000" charset="-122"/>
                          <a:ea typeface="PingFang SC" panose="020B0400000000000000" charset="-122"/>
                          <a:cs typeface="PingFang SC" panose="020B0400000000000000" charset="-122"/>
                        </a:rPr>
                        <a:t>参考录音来源</a:t>
                      </a:r>
                      <a:endParaRPr sz="1800"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800" b="0">
                          <a:solidFill>
                            <a:srgbClr val="16243B"/>
                          </a:solidFill>
                          <a:latin typeface="PingFang SC" panose="020B0400000000000000" charset="-122"/>
                          <a:ea typeface="PingFang SC" panose="020B0400000000000000" charset="-122"/>
                          <a:cs typeface="PingFang SC" panose="020B0400000000000000" charset="-122"/>
                        </a:rPr>
                        <a:t>使用固定参考音，或用内容与信号检查通过的首个合适片段建立参考</a:t>
                      </a:r>
                      <a:endParaRPr sz="1800"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bl>
          </a:graphicData>
        </a:graphic>
      </p:graphicFrame>
      <p:sp>
        <p:nvSpPr>
          <p:cNvPr id="9" name="矩形 8"/>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例如 Bryce 始终对照同一份参考音。距离低也不会自动证明人物身份一致，还要试听</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sp>
        <p:nvSpPr>
          <p:cNvPr id="10" name="矩形 9"/>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声音变化检查：语速和音调怎样计算</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22</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3" name="矩形 2"/>
          <p:cNvSpPr>
            <a:spLocks noGrp="1"/>
          </p:cNvSpPr>
          <p:nvPr/>
        </p:nvSpPr>
        <p:spPr>
          <a:xfrm>
            <a:off x="609600" y="1533525"/>
            <a:ext cx="10572750" cy="400050"/>
          </a:xfrm>
          <a:prstGeom prst="rect">
            <a:avLst/>
          </a:prstGeom>
          <a:noFill/>
          <a:ln w="0">
            <a:noFill/>
          </a:ln>
        </p:spPr>
        <p:txBody>
          <a:bodyPr lIns="0" tIns="0" rIns="0" bIns="0"/>
          <a:lstStyle>
            <a:defPPr>
              <a:defRPr sz="2250" b="1">
                <a:solidFill>
                  <a:srgbClr val="245BDD"/>
                </a:solidFill>
                <a:latin typeface="PingFang SC" panose="020B0400000000000000" charset="-122"/>
                <a:ea typeface="PingFang SC" panose="020B0400000000000000" charset="-122"/>
                <a:cs typeface="PingFang SC" panose="020B0400000000000000" charset="-122"/>
              </a:defRPr>
            </a:defPPr>
            <a:lvl1pPr>
              <a:buNone/>
              <a:defRPr sz="22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2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2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2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2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2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2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2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2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250" b="1">
                <a:solidFill>
                  <a:srgbClr val="245BDD"/>
                </a:solidFill>
                <a:latin typeface="PingFang SC" panose="020B0400000000000000" charset="-122"/>
                <a:ea typeface="PingFang SC" panose="020B0400000000000000" charset="-122"/>
                <a:cs typeface="PingFang SC" panose="020B0400000000000000" charset="-122"/>
              </a:defRPr>
            </a:pPr>
            <a:r>
              <a:rPr sz="2250" b="1">
                <a:solidFill>
                  <a:srgbClr val="245BDD"/>
                </a:solidFill>
                <a:latin typeface="PingFang SC" panose="020B0400000000000000" charset="-122"/>
                <a:ea typeface="PingFang SC" panose="020B0400000000000000" charset="-122"/>
                <a:cs typeface="PingFang SC" panose="020B0400000000000000" charset="-122"/>
              </a:rPr>
              <a:t>语速：用字词数除以实际发声时间</a:t>
            </a:r>
            <a:endParaRPr sz="22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609600" y="1990725"/>
            <a:ext cx="10572750" cy="1066800"/>
          </a:xfrm>
          <a:prstGeom prst="rect">
            <a:avLst/>
          </a:prstGeom>
          <a:noFill/>
          <a:ln w="0">
            <a:noFill/>
          </a:ln>
        </p:spPr>
        <p:txBody>
          <a:bodyPr lIns="0" tIns="0" rIns="0" bIns="0"/>
          <a:lstStyle>
            <a:defPPr>
              <a:defRPr sz="19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9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9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9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9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9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9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9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9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9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950" b="0">
                <a:solidFill>
                  <a:srgbClr val="53627A"/>
                </a:solidFill>
                <a:latin typeface="PingFang SC" panose="020B0400000000000000" charset="-122"/>
                <a:ea typeface="PingFang SC" panose="020B0400000000000000" charset="-122"/>
                <a:cs typeface="PingFang SC" panose="020B0400000000000000" charset="-122"/>
              </a:defRPr>
            </a:pPr>
            <a:r>
              <a:rPr sz="1950" b="0">
                <a:solidFill>
                  <a:srgbClr val="53627A"/>
                </a:solidFill>
                <a:latin typeface="PingFang SC" panose="020B0400000000000000" charset="-122"/>
                <a:ea typeface="PingFang SC" panose="020B0400000000000000" charset="-122"/>
                <a:cs typeface="PingFang SC" panose="020B0400000000000000" charset="-122"/>
              </a:rPr>
              <a:t>每 20 毫秒算一次声音强度，找出在发声的部分。也可启用 Silero 找人声。</a:t>
            </a:r>
            <a:endParaRPr sz="1950" b="0">
              <a:solidFill>
                <a:srgbClr val="53627A"/>
              </a:solidFill>
              <a:latin typeface="PingFang SC" panose="020B0400000000000000" charset="-122"/>
              <a:ea typeface="PingFang SC" panose="020B0400000000000000" charset="-122"/>
              <a:cs typeface="PingFang SC" panose="020B0400000000000000" charset="-122"/>
            </a:endParaRPr>
          </a:p>
          <a:p>
            <a:pPr>
              <a:buNone/>
              <a:defRPr sz="1950" b="0">
                <a:solidFill>
                  <a:srgbClr val="53627A"/>
                </a:solidFill>
                <a:latin typeface="PingFang SC" panose="020B0400000000000000" charset="-122"/>
                <a:ea typeface="PingFang SC" panose="020B0400000000000000" charset="-122"/>
                <a:cs typeface="PingFang SC" panose="020B0400000000000000" charset="-122"/>
              </a:defRPr>
            </a:pPr>
            <a:r>
              <a:rPr sz="1950" b="0">
                <a:solidFill>
                  <a:srgbClr val="53627A"/>
                </a:solidFill>
                <a:latin typeface="PingFang SC" panose="020B0400000000000000" charset="-122"/>
                <a:ea typeface="PingFang SC" panose="020B0400000000000000" charset="-122"/>
                <a:cs typeface="PingFang SC" panose="020B0400000000000000" charset="-122"/>
              </a:rPr>
              <a:t>语速 = 规范化后的字词数 ÷ 发声秒数，英文再乘 60 得到每分钟词数。</a:t>
            </a:r>
            <a:endParaRPr sz="1950"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609600" y="2876550"/>
            <a:ext cx="10972800" cy="752475"/>
          </a:xfrm>
          <a:prstGeom prst="rect">
            <a:avLst/>
          </a:prstGeom>
          <a:noFill/>
          <a:ln w="0">
            <a:noFill/>
          </a:ln>
        </p:spPr>
        <p:txBody>
          <a:bodyPr lIns="0" tIns="0" rIns="0" bIns="0"/>
          <a:lstStyle>
            <a:defPPr>
              <a:defRPr sz="1950" b="1">
                <a:solidFill>
                  <a:srgbClr val="16243B"/>
                </a:solidFill>
                <a:latin typeface="PingFang SC" panose="020B0400000000000000" charset="-122"/>
                <a:ea typeface="PingFang SC" panose="020B0400000000000000" charset="-122"/>
                <a:cs typeface="PingFang SC" panose="020B0400000000000000" charset="-122"/>
              </a:defRPr>
            </a:defPPr>
            <a:lvl1pPr>
              <a:buNone/>
              <a:defRPr sz="1950" b="1">
                <a:solidFill>
                  <a:srgbClr val="16243B"/>
                </a:solidFill>
                <a:latin typeface="PingFang SC" panose="020B0400000000000000" charset="-122"/>
                <a:ea typeface="PingFang SC" panose="020B0400000000000000" charset="-122"/>
                <a:cs typeface="PingFang SC" panose="020B0400000000000000" charset="-122"/>
              </a:defRPr>
            </a:lvl1pPr>
            <a:lvl2pPr>
              <a:buNone/>
              <a:defRPr sz="1950" b="1">
                <a:solidFill>
                  <a:srgbClr val="16243B"/>
                </a:solidFill>
                <a:latin typeface="PingFang SC" panose="020B0400000000000000" charset="-122"/>
                <a:ea typeface="PingFang SC" panose="020B0400000000000000" charset="-122"/>
                <a:cs typeface="PingFang SC" panose="020B0400000000000000" charset="-122"/>
              </a:defRPr>
            </a:lvl2pPr>
            <a:lvl3pPr>
              <a:buNone/>
              <a:defRPr sz="1950" b="1">
                <a:solidFill>
                  <a:srgbClr val="16243B"/>
                </a:solidFill>
                <a:latin typeface="PingFang SC" panose="020B0400000000000000" charset="-122"/>
                <a:ea typeface="PingFang SC" panose="020B0400000000000000" charset="-122"/>
                <a:cs typeface="PingFang SC" panose="020B0400000000000000" charset="-122"/>
              </a:defRPr>
            </a:lvl3pPr>
            <a:lvl4pPr>
              <a:buNone/>
              <a:defRPr sz="1950" b="1">
                <a:solidFill>
                  <a:srgbClr val="16243B"/>
                </a:solidFill>
                <a:latin typeface="PingFang SC" panose="020B0400000000000000" charset="-122"/>
                <a:ea typeface="PingFang SC" panose="020B0400000000000000" charset="-122"/>
                <a:cs typeface="PingFang SC" panose="020B0400000000000000" charset="-122"/>
              </a:defRPr>
            </a:lvl4pPr>
            <a:lvl5pPr>
              <a:buNone/>
              <a:defRPr sz="1950" b="1">
                <a:solidFill>
                  <a:srgbClr val="16243B"/>
                </a:solidFill>
                <a:latin typeface="PingFang SC" panose="020B0400000000000000" charset="-122"/>
                <a:ea typeface="PingFang SC" panose="020B0400000000000000" charset="-122"/>
                <a:cs typeface="PingFang SC" panose="020B0400000000000000" charset="-122"/>
              </a:defRPr>
            </a:lvl5pPr>
            <a:lvl6pPr>
              <a:buNone/>
              <a:defRPr sz="1950" b="1">
                <a:solidFill>
                  <a:srgbClr val="16243B"/>
                </a:solidFill>
                <a:latin typeface="PingFang SC" panose="020B0400000000000000" charset="-122"/>
                <a:ea typeface="PingFang SC" panose="020B0400000000000000" charset="-122"/>
                <a:cs typeface="PingFang SC" panose="020B0400000000000000" charset="-122"/>
              </a:defRPr>
            </a:lvl6pPr>
            <a:lvl7pPr>
              <a:buNone/>
              <a:defRPr sz="1950" b="1">
                <a:solidFill>
                  <a:srgbClr val="16243B"/>
                </a:solidFill>
                <a:latin typeface="PingFang SC" panose="020B0400000000000000" charset="-122"/>
                <a:ea typeface="PingFang SC" panose="020B0400000000000000" charset="-122"/>
                <a:cs typeface="PingFang SC" panose="020B0400000000000000" charset="-122"/>
              </a:defRPr>
            </a:lvl7pPr>
            <a:lvl8pPr>
              <a:buNone/>
              <a:defRPr sz="1950" b="1">
                <a:solidFill>
                  <a:srgbClr val="16243B"/>
                </a:solidFill>
                <a:latin typeface="PingFang SC" panose="020B0400000000000000" charset="-122"/>
                <a:ea typeface="PingFang SC" panose="020B0400000000000000" charset="-122"/>
                <a:cs typeface="PingFang SC" panose="020B0400000000000000" charset="-122"/>
              </a:defRPr>
            </a:lvl8pPr>
            <a:lvl9pPr>
              <a:buNone/>
              <a:defRPr sz="195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1950" b="1">
                <a:solidFill>
                  <a:srgbClr val="16243B"/>
                </a:solidFill>
                <a:latin typeface="PingFang SC" panose="020B0400000000000000" charset="-122"/>
                <a:ea typeface="PingFang SC" panose="020B0400000000000000" charset="-122"/>
                <a:cs typeface="PingFang SC" panose="020B0400000000000000" charset="-122"/>
              </a:defRPr>
            </a:pPr>
            <a:r>
              <a:rPr sz="1950" b="1">
                <a:solidFill>
                  <a:srgbClr val="16243B"/>
                </a:solidFill>
                <a:latin typeface="PingFang SC" panose="020B0400000000000000" charset="-122"/>
                <a:ea typeface="PingFang SC" panose="020B0400000000000000" charset="-122"/>
                <a:cs typeface="PingFang SC" panose="020B0400000000000000" charset="-122"/>
              </a:rPr>
              <a:t>当前提示线：中文超过 4.3 字/秒，英文超过 300 词/分。</a:t>
            </a:r>
            <a:endParaRPr sz="1950" b="1">
              <a:solidFill>
                <a:srgbClr val="16243B"/>
              </a:solidFill>
              <a:latin typeface="PingFang SC" panose="020B0400000000000000" charset="-122"/>
              <a:ea typeface="PingFang SC" panose="020B0400000000000000" charset="-122"/>
              <a:cs typeface="PingFang SC" panose="020B0400000000000000" charset="-122"/>
            </a:endParaRPr>
          </a:p>
          <a:p>
            <a:pPr>
              <a:buNone/>
              <a:defRPr sz="1950" b="1">
                <a:solidFill>
                  <a:srgbClr val="16243B"/>
                </a:solidFill>
                <a:latin typeface="PingFang SC" panose="020B0400000000000000" charset="-122"/>
                <a:ea typeface="PingFang SC" panose="020B0400000000000000" charset="-122"/>
                <a:cs typeface="PingFang SC" panose="020B0400000000000000" charset="-122"/>
              </a:defRPr>
            </a:pPr>
            <a:r>
              <a:rPr sz="1950" b="1">
                <a:solidFill>
                  <a:srgbClr val="16243B"/>
                </a:solidFill>
                <a:latin typeface="PingFang SC" panose="020B0400000000000000" charset="-122"/>
                <a:ea typeface="PingFang SC" panose="020B0400000000000000" charset="-122"/>
                <a:cs typeface="PingFang SC" panose="020B0400000000000000" charset="-122"/>
              </a:rPr>
              <a:t>与参考音比较时，快慢倍数超过 1.3，也会提示复核。</a:t>
            </a:r>
            <a:endParaRPr sz="195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6" name="矩形 5"/>
          <p:cNvSpPr>
            <a:spLocks noGrp="1"/>
          </p:cNvSpPr>
          <p:nvPr/>
        </p:nvSpPr>
        <p:spPr>
          <a:xfrm>
            <a:off x="609600" y="3857625"/>
            <a:ext cx="10572750" cy="400050"/>
          </a:xfrm>
          <a:prstGeom prst="rect">
            <a:avLst/>
          </a:prstGeom>
          <a:noFill/>
          <a:ln w="0">
            <a:noFill/>
          </a:ln>
        </p:spPr>
        <p:txBody>
          <a:bodyPr lIns="0" tIns="0" rIns="0" bIns="0"/>
          <a:lstStyle>
            <a:defPPr>
              <a:defRPr sz="2250" b="1">
                <a:solidFill>
                  <a:srgbClr val="245BDD"/>
                </a:solidFill>
                <a:latin typeface="PingFang SC" panose="020B0400000000000000" charset="-122"/>
                <a:ea typeface="PingFang SC" panose="020B0400000000000000" charset="-122"/>
                <a:cs typeface="PingFang SC" panose="020B0400000000000000" charset="-122"/>
              </a:defRPr>
            </a:defPPr>
            <a:lvl1pPr>
              <a:buNone/>
              <a:defRPr sz="22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2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2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2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2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2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2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2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2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250" b="1">
                <a:solidFill>
                  <a:srgbClr val="245BDD"/>
                </a:solidFill>
                <a:latin typeface="PingFang SC" panose="020B0400000000000000" charset="-122"/>
                <a:ea typeface="PingFang SC" panose="020B0400000000000000" charset="-122"/>
                <a:cs typeface="PingFang SC" panose="020B0400000000000000" charset="-122"/>
              </a:defRPr>
            </a:pPr>
            <a:r>
              <a:rPr sz="2250" b="1">
                <a:solidFill>
                  <a:srgbClr val="245BDD"/>
                </a:solidFill>
                <a:latin typeface="PingFang SC" panose="020B0400000000000000" charset="-122"/>
                <a:ea typeface="PingFang SC" panose="020B0400000000000000" charset="-122"/>
                <a:cs typeface="PingFang SC" panose="020B0400000000000000" charset="-122"/>
              </a:rPr>
              <a:t>音调：估计每个短窗口的基频，再取中间值</a:t>
            </a:r>
            <a:endParaRPr sz="22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7" name="矩形 6"/>
          <p:cNvSpPr>
            <a:spLocks noGrp="1"/>
          </p:cNvSpPr>
          <p:nvPr/>
        </p:nvSpPr>
        <p:spPr>
          <a:xfrm>
            <a:off x="609600" y="4314825"/>
            <a:ext cx="10572750" cy="1066800"/>
          </a:xfrm>
          <a:prstGeom prst="rect">
            <a:avLst/>
          </a:prstGeom>
          <a:noFill/>
          <a:ln w="0">
            <a:noFill/>
          </a:ln>
        </p:spPr>
        <p:txBody>
          <a:bodyPr lIns="0" tIns="0" rIns="0" bIns="0"/>
          <a:lstStyle>
            <a:defPPr>
              <a:defRPr sz="19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9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9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9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9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9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9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9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9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9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950" b="0">
                <a:solidFill>
                  <a:srgbClr val="53627A"/>
                </a:solidFill>
                <a:latin typeface="PingFang SC" panose="020B0400000000000000" charset="-122"/>
                <a:ea typeface="PingFang SC" panose="020B0400000000000000" charset="-122"/>
                <a:cs typeface="PingFang SC" panose="020B0400000000000000" charset="-122"/>
              </a:defRPr>
            </a:pPr>
            <a:r>
              <a:rPr sz="1950" b="0">
                <a:solidFill>
                  <a:srgbClr val="53627A"/>
                </a:solidFill>
                <a:latin typeface="PingFang SC" panose="020B0400000000000000" charset="-122"/>
                <a:ea typeface="PingFang SC" panose="020B0400000000000000" charset="-122"/>
                <a:cs typeface="PingFang SC" panose="020B0400000000000000" charset="-122"/>
              </a:rPr>
              <a:t>录音转为 8 kHz，以 40 毫秒窗口、20 毫秒步长做自相关，估计声音周期。</a:t>
            </a:r>
            <a:endParaRPr sz="1950" b="0">
              <a:solidFill>
                <a:srgbClr val="53627A"/>
              </a:solidFill>
              <a:latin typeface="PingFang SC" panose="020B0400000000000000" charset="-122"/>
              <a:ea typeface="PingFang SC" panose="020B0400000000000000" charset="-122"/>
              <a:cs typeface="PingFang SC" panose="020B0400000000000000" charset="-122"/>
            </a:endParaRPr>
          </a:p>
          <a:p>
            <a:pPr>
              <a:buNone/>
              <a:defRPr sz="1950" b="0">
                <a:solidFill>
                  <a:srgbClr val="53627A"/>
                </a:solidFill>
                <a:latin typeface="PingFang SC" panose="020B0400000000000000" charset="-122"/>
                <a:ea typeface="PingFang SC" panose="020B0400000000000000" charset="-122"/>
                <a:cs typeface="PingFang SC" panose="020B0400000000000000" charset="-122"/>
              </a:defRPr>
            </a:pPr>
            <a:r>
              <a:rPr sz="1950" b="0">
                <a:solidFill>
                  <a:srgbClr val="53627A"/>
                </a:solidFill>
                <a:latin typeface="PingFang SC" panose="020B0400000000000000" charset="-122"/>
                <a:ea typeface="PingFang SC" panose="020B0400000000000000" charset="-122"/>
                <a:cs typeface="PingFang SC" panose="020B0400000000000000" charset="-122"/>
              </a:rPr>
              <a:t>变化量 = 12 × log₂（当前基频 ÷ 参考基频），单位是半音。</a:t>
            </a:r>
            <a:endParaRPr sz="1950"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8" name="矩形 7"/>
          <p:cNvSpPr>
            <a:spLocks noGrp="1"/>
          </p:cNvSpPr>
          <p:nvPr/>
        </p:nvSpPr>
        <p:spPr>
          <a:xfrm>
            <a:off x="609600" y="5238750"/>
            <a:ext cx="10972800" cy="685800"/>
          </a:xfrm>
          <a:prstGeom prst="rect">
            <a:avLst/>
          </a:prstGeom>
          <a:noFill/>
          <a:ln w="0">
            <a:noFill/>
          </a:ln>
        </p:spPr>
        <p:txBody>
          <a:bodyPr lIns="0" tIns="0" rIns="0" bIns="0"/>
          <a:lstStyle>
            <a:defPPr>
              <a:defRPr sz="1950" b="1">
                <a:solidFill>
                  <a:srgbClr val="16243B"/>
                </a:solidFill>
                <a:latin typeface="PingFang SC" panose="020B0400000000000000" charset="-122"/>
                <a:ea typeface="PingFang SC" panose="020B0400000000000000" charset="-122"/>
                <a:cs typeface="PingFang SC" panose="020B0400000000000000" charset="-122"/>
              </a:defRPr>
            </a:defPPr>
            <a:lvl1pPr>
              <a:buNone/>
              <a:defRPr sz="1950" b="1">
                <a:solidFill>
                  <a:srgbClr val="16243B"/>
                </a:solidFill>
                <a:latin typeface="PingFang SC" panose="020B0400000000000000" charset="-122"/>
                <a:ea typeface="PingFang SC" panose="020B0400000000000000" charset="-122"/>
                <a:cs typeface="PingFang SC" panose="020B0400000000000000" charset="-122"/>
              </a:defRPr>
            </a:lvl1pPr>
            <a:lvl2pPr>
              <a:buNone/>
              <a:defRPr sz="1950" b="1">
                <a:solidFill>
                  <a:srgbClr val="16243B"/>
                </a:solidFill>
                <a:latin typeface="PingFang SC" panose="020B0400000000000000" charset="-122"/>
                <a:ea typeface="PingFang SC" panose="020B0400000000000000" charset="-122"/>
                <a:cs typeface="PingFang SC" panose="020B0400000000000000" charset="-122"/>
              </a:defRPr>
            </a:lvl2pPr>
            <a:lvl3pPr>
              <a:buNone/>
              <a:defRPr sz="1950" b="1">
                <a:solidFill>
                  <a:srgbClr val="16243B"/>
                </a:solidFill>
                <a:latin typeface="PingFang SC" panose="020B0400000000000000" charset="-122"/>
                <a:ea typeface="PingFang SC" panose="020B0400000000000000" charset="-122"/>
                <a:cs typeface="PingFang SC" panose="020B0400000000000000" charset="-122"/>
              </a:defRPr>
            </a:lvl3pPr>
            <a:lvl4pPr>
              <a:buNone/>
              <a:defRPr sz="1950" b="1">
                <a:solidFill>
                  <a:srgbClr val="16243B"/>
                </a:solidFill>
                <a:latin typeface="PingFang SC" panose="020B0400000000000000" charset="-122"/>
                <a:ea typeface="PingFang SC" panose="020B0400000000000000" charset="-122"/>
                <a:cs typeface="PingFang SC" panose="020B0400000000000000" charset="-122"/>
              </a:defRPr>
            </a:lvl4pPr>
            <a:lvl5pPr>
              <a:buNone/>
              <a:defRPr sz="1950" b="1">
                <a:solidFill>
                  <a:srgbClr val="16243B"/>
                </a:solidFill>
                <a:latin typeface="PingFang SC" panose="020B0400000000000000" charset="-122"/>
                <a:ea typeface="PingFang SC" panose="020B0400000000000000" charset="-122"/>
                <a:cs typeface="PingFang SC" panose="020B0400000000000000" charset="-122"/>
              </a:defRPr>
            </a:lvl5pPr>
            <a:lvl6pPr>
              <a:buNone/>
              <a:defRPr sz="1950" b="1">
                <a:solidFill>
                  <a:srgbClr val="16243B"/>
                </a:solidFill>
                <a:latin typeface="PingFang SC" panose="020B0400000000000000" charset="-122"/>
                <a:ea typeface="PingFang SC" panose="020B0400000000000000" charset="-122"/>
                <a:cs typeface="PingFang SC" panose="020B0400000000000000" charset="-122"/>
              </a:defRPr>
            </a:lvl6pPr>
            <a:lvl7pPr>
              <a:buNone/>
              <a:defRPr sz="1950" b="1">
                <a:solidFill>
                  <a:srgbClr val="16243B"/>
                </a:solidFill>
                <a:latin typeface="PingFang SC" panose="020B0400000000000000" charset="-122"/>
                <a:ea typeface="PingFang SC" panose="020B0400000000000000" charset="-122"/>
                <a:cs typeface="PingFang SC" panose="020B0400000000000000" charset="-122"/>
              </a:defRPr>
            </a:lvl7pPr>
            <a:lvl8pPr>
              <a:buNone/>
              <a:defRPr sz="1950" b="1">
                <a:solidFill>
                  <a:srgbClr val="16243B"/>
                </a:solidFill>
                <a:latin typeface="PingFang SC" panose="020B0400000000000000" charset="-122"/>
                <a:ea typeface="PingFang SC" panose="020B0400000000000000" charset="-122"/>
                <a:cs typeface="PingFang SC" panose="020B0400000000000000" charset="-122"/>
              </a:defRPr>
            </a:lvl8pPr>
            <a:lvl9pPr>
              <a:buNone/>
              <a:defRPr sz="195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1950" b="1">
                <a:solidFill>
                  <a:srgbClr val="16243B"/>
                </a:solidFill>
                <a:latin typeface="PingFang SC" panose="020B0400000000000000" charset="-122"/>
                <a:ea typeface="PingFang SC" panose="020B0400000000000000" charset="-122"/>
                <a:cs typeface="PingFang SC" panose="020B0400000000000000" charset="-122"/>
              </a:defRPr>
            </a:pPr>
            <a:r>
              <a:rPr sz="1950" b="1">
                <a:solidFill>
                  <a:srgbClr val="16243B"/>
                </a:solidFill>
                <a:latin typeface="PingFang SC" panose="020B0400000000000000" charset="-122"/>
                <a:ea typeface="PingFang SC" panose="020B0400000000000000" charset="-122"/>
                <a:cs typeface="PingFang SC" panose="020B0400000000000000" charset="-122"/>
              </a:rPr>
              <a:t>相差超过 6 个半音，且两段各有至少 50 个有效音调窗口，才提示变化。</a:t>
            </a:r>
            <a:endParaRPr sz="195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9" name="矩形 8"/>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这些都是筛查线。内容多读或漏读时，停止用参考字词数判断语速，情绪变化也要人工区分</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sp>
        <p:nvSpPr>
          <p:cNvPr id="7" name="矩形 6"/>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连接处检查：句尾和下一句怎样接起来</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23</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3" name="矩形 2"/>
          <p:cNvSpPr>
            <a:spLocks noGrp="1"/>
          </p:cNvSpPr>
          <p:nvPr/>
        </p:nvSpPr>
        <p:spPr>
          <a:xfrm>
            <a:off x="609600" y="1543050"/>
            <a:ext cx="10972800" cy="723900"/>
          </a:xfrm>
          <a:prstGeom prst="rect">
            <a:avLst/>
          </a:prstGeom>
          <a:noFill/>
          <a:ln w="0">
            <a:noFill/>
          </a:ln>
        </p:spPr>
        <p:txBody>
          <a:bodyPr lIns="0" tIns="0" rIns="0" bIns="0"/>
          <a:lstStyle>
            <a:defPPr>
              <a:defRPr sz="2100" b="1">
                <a:solidFill>
                  <a:srgbClr val="245BDD"/>
                </a:solidFill>
                <a:latin typeface="PingFang SC" panose="020B0400000000000000" charset="-122"/>
                <a:ea typeface="PingFang SC" panose="020B0400000000000000" charset="-122"/>
                <a:cs typeface="PingFang SC" panose="020B0400000000000000" charset="-122"/>
              </a:defRPr>
            </a:defPPr>
            <a:lvl1pPr>
              <a:buNone/>
              <a:defRPr sz="210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10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10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10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10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10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10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10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10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100" b="1">
                <a:solidFill>
                  <a:srgbClr val="245BDD"/>
                </a:solidFill>
                <a:latin typeface="PingFang SC" panose="020B0400000000000000" charset="-122"/>
                <a:ea typeface="PingFang SC" panose="020B0400000000000000" charset="-122"/>
                <a:cs typeface="PingFang SC" panose="020B0400000000000000" charset="-122"/>
              </a:defRPr>
            </a:pPr>
            <a:r>
              <a:rPr sz="2100" b="1">
                <a:solidFill>
                  <a:srgbClr val="245BDD"/>
                </a:solidFill>
                <a:latin typeface="PingFang SC" panose="020B0400000000000000" charset="-122"/>
                <a:ea typeface="PingFang SC" panose="020B0400000000000000" charset="-122"/>
                <a:cs typeface="PingFang SC" panose="020B0400000000000000" charset="-122"/>
              </a:rPr>
              <a:t>声音特征看左段末尾 2 秒、右段开头 2 秒，内容核对使用完整两段</a:t>
            </a:r>
            <a:endParaRPr sz="2100" b="1">
              <a:solidFill>
                <a:srgbClr val="245BDD"/>
              </a:solidFill>
              <a:latin typeface="PingFang SC" panose="020B0400000000000000" charset="-122"/>
              <a:ea typeface="PingFang SC" panose="020B0400000000000000" charset="-122"/>
              <a:cs typeface="PingFang SC" panose="020B0400000000000000" charset="-122"/>
            </a:endParaRPr>
          </a:p>
        </p:txBody>
      </p:sp>
      <p:graphicFrame>
        <p:nvGraphicFramePr>
          <p:cNvPr id="4" name="表格 3"/>
          <p:cNvGraphicFramePr/>
          <p:nvPr/>
        </p:nvGraphicFramePr>
        <p:xfrm>
          <a:off x="609600" y="2428875"/>
          <a:ext cx="10972800" cy="3095625"/>
        </p:xfrm>
        <a:graphic>
          <a:graphicData uri="http://schemas.openxmlformats.org/drawingml/2006/table">
            <a:tbl>
              <a:tblPr/>
              <a:tblGrid>
                <a:gridCol w="2047875"/>
                <a:gridCol w="4619625"/>
                <a:gridCol w="4305300"/>
              </a:tblGrid>
              <a:tr h="619125">
                <a:tc>
                  <a:txBody>
                    <a:bodyPr/>
                    <a:lstStyle/>
                    <a:p>
                      <a:r>
                        <a:rPr sz="1725" b="1">
                          <a:solidFill>
                            <a:srgbClr val="245BDD"/>
                          </a:solidFill>
                          <a:latin typeface="PingFang SC" panose="020B0400000000000000" charset="-122"/>
                          <a:ea typeface="PingFang SC" panose="020B0400000000000000" charset="-122"/>
                          <a:cs typeface="PingFang SC" panose="020B0400000000000000" charset="-122"/>
                        </a:rPr>
                        <a:t>检查项</a:t>
                      </a:r>
                      <a:endParaRPr sz="1725" b="1">
                        <a:solidFill>
                          <a:srgbClr val="245BDD"/>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725" b="1">
                          <a:solidFill>
                            <a:srgbClr val="245BDD"/>
                          </a:solidFill>
                          <a:latin typeface="PingFang SC" panose="020B0400000000000000" charset="-122"/>
                          <a:ea typeface="PingFang SC" panose="020B0400000000000000" charset="-122"/>
                          <a:cs typeface="PingFang SC" panose="020B0400000000000000" charset="-122"/>
                        </a:rPr>
                        <a:t>计算方法</a:t>
                      </a:r>
                      <a:endParaRPr sz="1725"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725" b="1">
                          <a:solidFill>
                            <a:srgbClr val="245BDD"/>
                          </a:solidFill>
                          <a:latin typeface="PingFang SC" panose="020B0400000000000000" charset="-122"/>
                          <a:ea typeface="PingFang SC" panose="020B0400000000000000" charset="-122"/>
                          <a:cs typeface="PingFang SC" panose="020B0400000000000000" charset="-122"/>
                        </a:rPr>
                        <a:t>当前怎样使用</a:t>
                      </a:r>
                      <a:endParaRPr sz="1725"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r>
              <a:tr h="619125">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是否突然“啪”一下</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比较接点样本值，</a:t>
                      </a:r>
                      <a:endParaRPr sz="1725" b="0">
                        <a:solidFill>
                          <a:srgbClr val="16243B"/>
                        </a:solidFill>
                        <a:latin typeface="PingFang SC" panose="020B0400000000000000" charset="-122"/>
                        <a:ea typeface="PingFang SC" panose="020B0400000000000000" charset="-122"/>
                        <a:cs typeface="PingFang SC" panose="020B0400000000000000" charset="-122"/>
                      </a:endParaRPr>
                    </a:p>
                    <a:p>
                      <a:r>
                        <a:rPr sz="1725" b="0">
                          <a:solidFill>
                            <a:srgbClr val="16243B"/>
                          </a:solidFill>
                          <a:latin typeface="PingFang SC" panose="020B0400000000000000" charset="-122"/>
                          <a:ea typeface="PingFang SC" panose="020B0400000000000000" charset="-122"/>
                          <a:cs typeface="PingFang SC" panose="020B0400000000000000" charset="-122"/>
                        </a:rPr>
                        <a:t>有补入停顿时也检查两侧是否突变</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跳变幅度 &gt; 0.15，</a:t>
                      </a:r>
                      <a:endParaRPr sz="1725" b="0">
                        <a:solidFill>
                          <a:srgbClr val="16243B"/>
                        </a:solidFill>
                        <a:latin typeface="PingFang SC" panose="020B0400000000000000" charset="-122"/>
                        <a:ea typeface="PingFang SC" panose="020B0400000000000000" charset="-122"/>
                        <a:cs typeface="PingFang SC" panose="020B0400000000000000" charset="-122"/>
                      </a:endParaRPr>
                    </a:p>
                    <a:p>
                      <a:r>
                        <a:rPr sz="1725" b="0">
                          <a:solidFill>
                            <a:srgbClr val="16243B"/>
                          </a:solidFill>
                          <a:latin typeface="PingFang SC" panose="020B0400000000000000" charset="-122"/>
                          <a:ea typeface="PingFang SC" panose="020B0400000000000000" charset="-122"/>
                          <a:cs typeface="PingFang SC" panose="020B0400000000000000" charset="-122"/>
                        </a:rPr>
                        <a:t>提示疑似爆音</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619125">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音量、音色突变</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比较两侧 20 毫秒的强度，</a:t>
                      </a:r>
                      <a:endParaRPr sz="1725" b="0">
                        <a:solidFill>
                          <a:srgbClr val="16243B"/>
                        </a:solidFill>
                        <a:latin typeface="PingFang SC" panose="020B0400000000000000" charset="-122"/>
                        <a:ea typeface="PingFang SC" panose="020B0400000000000000" charset="-122"/>
                        <a:cs typeface="PingFang SC" panose="020B0400000000000000" charset="-122"/>
                      </a:endParaRPr>
                    </a:p>
                    <a:p>
                      <a:r>
                        <a:rPr sz="1725" b="0">
                          <a:solidFill>
                            <a:srgbClr val="16243B"/>
                          </a:solidFill>
                          <a:latin typeface="PingFang SC" panose="020B0400000000000000" charset="-122"/>
                          <a:ea typeface="PingFang SC" panose="020B0400000000000000" charset="-122"/>
                          <a:cs typeface="PingFang SC" panose="020B0400000000000000" charset="-122"/>
                        </a:rPr>
                        <a:t>再比较 512 点频谱的差别</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记录分贝差和频谱距离，</a:t>
                      </a:r>
                      <a:endParaRPr sz="1725" b="0">
                        <a:solidFill>
                          <a:srgbClr val="16243B"/>
                        </a:solidFill>
                        <a:latin typeface="PingFang SC" panose="020B0400000000000000" charset="-122"/>
                        <a:ea typeface="PingFang SC" panose="020B0400000000000000" charset="-122"/>
                        <a:cs typeface="PingFang SC" panose="020B0400000000000000" charset="-122"/>
                      </a:endParaRPr>
                    </a:p>
                    <a:p>
                      <a:r>
                        <a:rPr sz="1725" b="0">
                          <a:solidFill>
                            <a:srgbClr val="16243B"/>
                          </a:solidFill>
                          <a:latin typeface="PingFang SC" panose="020B0400000000000000" charset="-122"/>
                          <a:ea typeface="PingFang SC" panose="020B0400000000000000" charset="-122"/>
                          <a:cs typeface="PingFang SC" panose="020B0400000000000000" charset="-122"/>
                        </a:rPr>
                        <a:t>供复核或可选模型使用</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r h="619125">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是否停得太久</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以 20 毫秒低能量帧，</a:t>
                      </a:r>
                      <a:endParaRPr sz="1725" b="0">
                        <a:solidFill>
                          <a:srgbClr val="16243B"/>
                        </a:solidFill>
                        <a:latin typeface="PingFang SC" panose="020B0400000000000000" charset="-122"/>
                        <a:ea typeface="PingFang SC" panose="020B0400000000000000" charset="-122"/>
                        <a:cs typeface="PingFang SC" panose="020B0400000000000000" charset="-122"/>
                      </a:endParaRPr>
                    </a:p>
                    <a:p>
                      <a:r>
                        <a:rPr sz="1725" b="0">
                          <a:solidFill>
                            <a:srgbClr val="16243B"/>
                          </a:solidFill>
                          <a:latin typeface="PingFang SC" panose="020B0400000000000000" charset="-122"/>
                          <a:ea typeface="PingFang SC" panose="020B0400000000000000" charset="-122"/>
                          <a:cs typeface="PingFang SC" panose="020B0400000000000000" charset="-122"/>
                        </a:rPr>
                        <a:t>统计左尾和右头的无声时长</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两侧无声之和超过</a:t>
                      </a:r>
                      <a:endParaRPr sz="1725" b="0">
                        <a:solidFill>
                          <a:srgbClr val="16243B"/>
                        </a:solidFill>
                        <a:latin typeface="PingFang SC" panose="020B0400000000000000" charset="-122"/>
                        <a:ea typeface="PingFang SC" panose="020B0400000000000000" charset="-122"/>
                        <a:cs typeface="PingFang SC" panose="020B0400000000000000" charset="-122"/>
                      </a:endParaRPr>
                    </a:p>
                    <a:p>
                      <a:r>
                        <a:rPr sz="1725" b="0">
                          <a:solidFill>
                            <a:srgbClr val="16243B"/>
                          </a:solidFill>
                          <a:latin typeface="PingFang SC" panose="020B0400000000000000" charset="-122"/>
                          <a:ea typeface="PingFang SC" panose="020B0400000000000000" charset="-122"/>
                          <a:cs typeface="PingFang SC" panose="020B0400000000000000" charset="-122"/>
                        </a:rPr>
                        <a:t>max(1.5秒,计划停顿+0.8秒)就提示</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619125">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内容是否完整</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把完整左句和右句拼起来再转写，</a:t>
                      </a:r>
                      <a:endParaRPr sz="1725" b="0">
                        <a:solidFill>
                          <a:srgbClr val="16243B"/>
                        </a:solidFill>
                        <a:latin typeface="PingFang SC" panose="020B0400000000000000" charset="-122"/>
                        <a:ea typeface="PingFang SC" panose="020B0400000000000000" charset="-122"/>
                        <a:cs typeface="PingFang SC" panose="020B0400000000000000" charset="-122"/>
                      </a:endParaRPr>
                    </a:p>
                    <a:p>
                      <a:r>
                        <a:rPr sz="1725" b="0">
                          <a:solidFill>
                            <a:srgbClr val="16243B"/>
                          </a:solidFill>
                          <a:latin typeface="PingFang SC" panose="020B0400000000000000" charset="-122"/>
                          <a:ea typeface="PingFang SC" panose="020B0400000000000000" charset="-122"/>
                          <a:cs typeface="PingFang SC" panose="020B0400000000000000" charset="-122"/>
                        </a:rPr>
                        <a:t>与完整两句文字比较</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c>
                  <a:txBody>
                    <a:bodyPr/>
                    <a:lstStyle/>
                    <a:p>
                      <a:r>
                        <a:rPr sz="1725" b="0">
                          <a:solidFill>
                            <a:srgbClr val="16243B"/>
                          </a:solidFill>
                          <a:latin typeface="PingFang SC" panose="020B0400000000000000" charset="-122"/>
                          <a:ea typeface="PingFang SC" panose="020B0400000000000000" charset="-122"/>
                          <a:cs typeface="PingFang SC" panose="020B0400000000000000" charset="-122"/>
                        </a:rPr>
                        <a:t>有差异就保留内容疑点，</a:t>
                      </a:r>
                      <a:endParaRPr sz="1725" b="0">
                        <a:solidFill>
                          <a:srgbClr val="16243B"/>
                        </a:solidFill>
                        <a:latin typeface="PingFang SC" panose="020B0400000000000000" charset="-122"/>
                        <a:ea typeface="PingFang SC" panose="020B0400000000000000" charset="-122"/>
                        <a:cs typeface="PingFang SC" panose="020B0400000000000000" charset="-122"/>
                      </a:endParaRPr>
                    </a:p>
                    <a:p>
                      <a:r>
                        <a:rPr sz="1725" b="0">
                          <a:solidFill>
                            <a:srgbClr val="16243B"/>
                          </a:solidFill>
                          <a:latin typeface="PingFang SC" panose="020B0400000000000000" charset="-122"/>
                          <a:ea typeface="PingFang SC" panose="020B0400000000000000" charset="-122"/>
                          <a:cs typeface="PingFang SC" panose="020B0400000000000000" charset="-122"/>
                        </a:rPr>
                        <a:t>不拿短窗口去对齐整句</a:t>
                      </a:r>
                      <a:endParaRPr sz="172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bl>
          </a:graphicData>
        </a:graphic>
      </p:graphicFrame>
      <p:sp>
        <p:nvSpPr>
          <p:cNvPr id="5" name="矩形 4"/>
          <p:cNvSpPr>
            <a:spLocks noGrp="1"/>
          </p:cNvSpPr>
          <p:nvPr/>
        </p:nvSpPr>
        <p:spPr>
          <a:xfrm>
            <a:off x="609600" y="5657850"/>
            <a:ext cx="10972800" cy="400050"/>
          </a:xfrm>
          <a:prstGeom prst="rect">
            <a:avLst/>
          </a:prstGeom>
          <a:noFill/>
          <a:ln w="0">
            <a:noFill/>
          </a:ln>
        </p:spPr>
        <p:txBody>
          <a:bodyPr lIns="0" tIns="0" rIns="0" bIns="0"/>
          <a:lstStyle>
            <a:defPPr>
              <a:defRPr sz="1875" b="1">
                <a:solidFill>
                  <a:srgbClr val="245BDD"/>
                </a:solidFill>
                <a:latin typeface="PingFang SC" panose="020B0400000000000000" charset="-122"/>
                <a:ea typeface="PingFang SC" panose="020B0400000000000000" charset="-122"/>
                <a:cs typeface="PingFang SC" panose="020B0400000000000000" charset="-122"/>
              </a:defRPr>
            </a:defPPr>
            <a:lvl1pPr>
              <a:buNone/>
              <a:defRPr sz="1875" b="1">
                <a:solidFill>
                  <a:srgbClr val="245BDD"/>
                </a:solidFill>
                <a:latin typeface="PingFang SC" panose="020B0400000000000000" charset="-122"/>
                <a:ea typeface="PingFang SC" panose="020B0400000000000000" charset="-122"/>
                <a:cs typeface="PingFang SC" panose="020B0400000000000000" charset="-122"/>
              </a:defRPr>
            </a:lvl1pPr>
            <a:lvl2pPr>
              <a:buNone/>
              <a:defRPr sz="1875" b="1">
                <a:solidFill>
                  <a:srgbClr val="245BDD"/>
                </a:solidFill>
                <a:latin typeface="PingFang SC" panose="020B0400000000000000" charset="-122"/>
                <a:ea typeface="PingFang SC" panose="020B0400000000000000" charset="-122"/>
                <a:cs typeface="PingFang SC" panose="020B0400000000000000" charset="-122"/>
              </a:defRPr>
            </a:lvl2pPr>
            <a:lvl3pPr>
              <a:buNone/>
              <a:defRPr sz="1875" b="1">
                <a:solidFill>
                  <a:srgbClr val="245BDD"/>
                </a:solidFill>
                <a:latin typeface="PingFang SC" panose="020B0400000000000000" charset="-122"/>
                <a:ea typeface="PingFang SC" panose="020B0400000000000000" charset="-122"/>
                <a:cs typeface="PingFang SC" panose="020B0400000000000000" charset="-122"/>
              </a:defRPr>
            </a:lvl3pPr>
            <a:lvl4pPr>
              <a:buNone/>
              <a:defRPr sz="1875" b="1">
                <a:solidFill>
                  <a:srgbClr val="245BDD"/>
                </a:solidFill>
                <a:latin typeface="PingFang SC" panose="020B0400000000000000" charset="-122"/>
                <a:ea typeface="PingFang SC" panose="020B0400000000000000" charset="-122"/>
                <a:cs typeface="PingFang SC" panose="020B0400000000000000" charset="-122"/>
              </a:defRPr>
            </a:lvl4pPr>
            <a:lvl5pPr>
              <a:buNone/>
              <a:defRPr sz="1875" b="1">
                <a:solidFill>
                  <a:srgbClr val="245BDD"/>
                </a:solidFill>
                <a:latin typeface="PingFang SC" panose="020B0400000000000000" charset="-122"/>
                <a:ea typeface="PingFang SC" panose="020B0400000000000000" charset="-122"/>
                <a:cs typeface="PingFang SC" panose="020B0400000000000000" charset="-122"/>
              </a:defRPr>
            </a:lvl5pPr>
            <a:lvl6pPr>
              <a:buNone/>
              <a:defRPr sz="1875" b="1">
                <a:solidFill>
                  <a:srgbClr val="245BDD"/>
                </a:solidFill>
                <a:latin typeface="PingFang SC" panose="020B0400000000000000" charset="-122"/>
                <a:ea typeface="PingFang SC" panose="020B0400000000000000" charset="-122"/>
                <a:cs typeface="PingFang SC" panose="020B0400000000000000" charset="-122"/>
              </a:defRPr>
            </a:lvl6pPr>
            <a:lvl7pPr>
              <a:buNone/>
              <a:defRPr sz="1875" b="1">
                <a:solidFill>
                  <a:srgbClr val="245BDD"/>
                </a:solidFill>
                <a:latin typeface="PingFang SC" panose="020B0400000000000000" charset="-122"/>
                <a:ea typeface="PingFang SC" panose="020B0400000000000000" charset="-122"/>
                <a:cs typeface="PingFang SC" panose="020B0400000000000000" charset="-122"/>
              </a:defRPr>
            </a:lvl7pPr>
            <a:lvl8pPr>
              <a:buNone/>
              <a:defRPr sz="1875" b="1">
                <a:solidFill>
                  <a:srgbClr val="245BDD"/>
                </a:solidFill>
                <a:latin typeface="PingFang SC" panose="020B0400000000000000" charset="-122"/>
                <a:ea typeface="PingFang SC" panose="020B0400000000000000" charset="-122"/>
                <a:cs typeface="PingFang SC" panose="020B0400000000000000" charset="-122"/>
              </a:defRPr>
            </a:lvl8pPr>
            <a:lvl9pPr>
              <a:buNone/>
              <a:defRPr sz="1875"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1875" b="1">
                <a:solidFill>
                  <a:srgbClr val="245BDD"/>
                </a:solidFill>
                <a:latin typeface="PingFang SC" panose="020B0400000000000000" charset="-122"/>
                <a:ea typeface="PingFang SC" panose="020B0400000000000000" charset="-122"/>
                <a:cs typeface="PingFang SC" panose="020B0400000000000000" charset="-122"/>
              </a:defRPr>
            </a:pPr>
            <a:r>
              <a:rPr sz="1875" b="1">
                <a:solidFill>
                  <a:srgbClr val="245BDD"/>
                </a:solidFill>
                <a:latin typeface="PingFang SC" panose="020B0400000000000000" charset="-122"/>
                <a:ea typeface="PingFang SC" panose="020B0400000000000000" charset="-122"/>
                <a:cs typeface="PingFang SC" panose="020B0400000000000000" charset="-122"/>
              </a:rPr>
              <a:t>实际 J076：约 2.04 秒停顿经试听确认后，才移除多余静音，调整为约 1 秒。</a:t>
            </a:r>
            <a:endParaRPr sz="18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6" name="矩形 5"/>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默认先用规则筛查。可选连接处分类模型仍缺独立真实缺陷验收，不能替代人工确认</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sp>
        <p:nvSpPr>
          <p:cNvPr id="9" name="矩形 8"/>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信号检查与最终判断</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24</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graphicFrame>
        <p:nvGraphicFramePr>
          <p:cNvPr id="3" name="表格 2"/>
          <p:cNvGraphicFramePr/>
          <p:nvPr/>
        </p:nvGraphicFramePr>
        <p:xfrm>
          <a:off x="609600" y="1619250"/>
          <a:ext cx="10972800" cy="2476500"/>
        </p:xfrm>
        <a:graphic>
          <a:graphicData uri="http://schemas.openxmlformats.org/drawingml/2006/table">
            <a:tbl>
              <a:tblPr/>
              <a:tblGrid>
                <a:gridCol w="2476500"/>
                <a:gridCol w="4714875"/>
                <a:gridCol w="3781425"/>
              </a:tblGrid>
              <a:tr h="619125">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直接能计算的指标</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当前检查条件</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得到什么结果</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r>
              <a:tr h="619125">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空音频</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采样点数量等于 0</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记录已确认的严重错误</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619125">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音量过小</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归一化样本峰值 &lt; 0.003</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记录已确认的信号错误</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r h="619125">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幅度顶到上限</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|样本值| ≥ 0.999 的占比 &gt; 0.2%</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提示削波，记录信号错误</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bl>
          </a:graphicData>
        </a:graphic>
      </p:graphicFrame>
      <p:sp>
        <p:nvSpPr>
          <p:cNvPr id="4" name="矩形 3"/>
          <p:cNvSpPr>
            <a:spLocks noGrp="1"/>
          </p:cNvSpPr>
          <p:nvPr/>
        </p:nvSpPr>
        <p:spPr>
          <a:xfrm>
            <a:off x="609600" y="4619625"/>
            <a:ext cx="3143250" cy="781050"/>
          </a:xfrm>
          <a:prstGeom prst="rect">
            <a:avLst/>
          </a:prstGeom>
          <a:solidFill>
            <a:srgbClr val="FFFFFF"/>
          </a:solidFill>
          <a:ln w="19050">
            <a:solidFill>
              <a:srgbClr val="176C5C"/>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通过</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该维度检查已完成</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4524375" y="4619625"/>
            <a:ext cx="3143250" cy="78105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未查清</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有疑点或检查未完成</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6" name="矩形 5"/>
          <p:cNvSpPr>
            <a:spLocks noGrp="1"/>
          </p:cNvSpPr>
          <p:nvPr/>
        </p:nvSpPr>
        <p:spPr>
          <a:xfrm>
            <a:off x="8439150" y="4619625"/>
            <a:ext cx="3143250" cy="78105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失败</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已确认严重错误</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7" name="矩形 6"/>
          <p:cNvSpPr>
            <a:spLocks noGrp="1"/>
          </p:cNvSpPr>
          <p:nvPr/>
        </p:nvSpPr>
        <p:spPr>
          <a:xfrm>
            <a:off x="609600" y="5638800"/>
            <a:ext cx="10972800" cy="381000"/>
          </a:xfrm>
          <a:prstGeom prst="rect">
            <a:avLst/>
          </a:prstGeom>
          <a:noFill/>
          <a:ln w="0">
            <a:noFill/>
          </a:ln>
        </p:spPr>
        <p:txBody>
          <a:bodyPr lIns="0" tIns="0" rIns="0" bIns="0"/>
          <a:lstStyle>
            <a:defPPr>
              <a:defRPr sz="1875" b="1">
                <a:solidFill>
                  <a:srgbClr val="16243B"/>
                </a:solidFill>
                <a:latin typeface="PingFang SC" panose="020B0400000000000000" charset="-122"/>
                <a:ea typeface="PingFang SC" panose="020B0400000000000000" charset="-122"/>
                <a:cs typeface="PingFang SC" panose="020B0400000000000000" charset="-122"/>
              </a:defRPr>
            </a:defPPr>
            <a:lvl1pP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报告记录音频 SHA256、模型版本和具体差异，音频一变就不能沿用旧结论。</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8" name="矩形 7"/>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“信号通过”只代表这些指标正常。整体还有疑点或未完成维度时，就继续保留未查清</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sp>
        <p:nvSpPr>
          <p:cNvPr id="11" name="矩形 10"/>
          <p:cNvSpPr>
            <a:spLocks noGrp="1"/>
          </p:cNvSpPr>
          <p:nvPr/>
        </p:nvSpPr>
        <p:spPr>
          <a:xfrm>
            <a:off x="609600" y="457200"/>
            <a:ext cx="1097280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defRPr sz="3300" b="1">
                <a:solidFill>
                  <a:srgbClr val="16243B"/>
                </a:solidFill>
                <a:latin typeface="PingFang SC" panose="020B0400000000000000" charset="-122"/>
                <a:ea typeface="PingFang SC" panose="020B0400000000000000" charset="-122"/>
                <a:cs typeface="PingFang SC" panose="020B0400000000000000" charset="-122"/>
              </a:defRPr>
            </a:lvl1pPr>
            <a:lvl2pPr>
              <a:defRPr sz="3300" b="1">
                <a:solidFill>
                  <a:srgbClr val="16243B"/>
                </a:solidFill>
                <a:latin typeface="PingFang SC" panose="020B0400000000000000" charset="-122"/>
                <a:ea typeface="PingFang SC" panose="020B0400000000000000" charset="-122"/>
                <a:cs typeface="PingFang SC" panose="020B0400000000000000" charset="-122"/>
              </a:defRPr>
            </a:lvl2pPr>
            <a:lvl3pPr>
              <a:defRPr sz="3300" b="1">
                <a:solidFill>
                  <a:srgbClr val="16243B"/>
                </a:solidFill>
                <a:latin typeface="PingFang SC" panose="020B0400000000000000" charset="-122"/>
                <a:ea typeface="PingFang SC" panose="020B0400000000000000" charset="-122"/>
                <a:cs typeface="PingFang SC" panose="020B0400000000000000" charset="-122"/>
              </a:defRPr>
            </a:lvl3pPr>
            <a:lvl4pPr>
              <a:defRPr sz="3300" b="1">
                <a:solidFill>
                  <a:srgbClr val="16243B"/>
                </a:solidFill>
                <a:latin typeface="PingFang SC" panose="020B0400000000000000" charset="-122"/>
                <a:ea typeface="PingFang SC" panose="020B0400000000000000" charset="-122"/>
                <a:cs typeface="PingFang SC" panose="020B0400000000000000" charset="-122"/>
              </a:defRPr>
            </a:lvl4pPr>
            <a:lvl5pPr>
              <a:defRPr sz="3300" b="1">
                <a:solidFill>
                  <a:srgbClr val="16243B"/>
                </a:solidFill>
                <a:latin typeface="PingFang SC" panose="020B0400000000000000" charset="-122"/>
                <a:ea typeface="PingFang SC" panose="020B0400000000000000" charset="-122"/>
                <a:cs typeface="PingFang SC" panose="020B0400000000000000" charset="-122"/>
              </a:defRPr>
            </a:lvl5pPr>
            <a:lvl6pPr>
              <a:defRPr sz="3300" b="1">
                <a:solidFill>
                  <a:srgbClr val="16243B"/>
                </a:solidFill>
                <a:latin typeface="PingFang SC" panose="020B0400000000000000" charset="-122"/>
                <a:ea typeface="PingFang SC" panose="020B0400000000000000" charset="-122"/>
                <a:cs typeface="PingFang SC" panose="020B0400000000000000" charset="-122"/>
              </a:defRPr>
            </a:lvl6pPr>
            <a:lvl7pPr>
              <a:defRPr sz="3300" b="1">
                <a:solidFill>
                  <a:srgbClr val="16243B"/>
                </a:solidFill>
                <a:latin typeface="PingFang SC" panose="020B0400000000000000" charset="-122"/>
                <a:ea typeface="PingFang SC" panose="020B0400000000000000" charset="-122"/>
                <a:cs typeface="PingFang SC" panose="020B0400000000000000" charset="-122"/>
              </a:defRPr>
            </a:lvl7pPr>
            <a:lvl8pPr>
              <a:defRPr sz="3300" b="1">
                <a:solidFill>
                  <a:srgbClr val="16243B"/>
                </a:solidFill>
                <a:latin typeface="PingFang SC" panose="020B0400000000000000" charset="-122"/>
                <a:ea typeface="PingFang SC" panose="020B0400000000000000" charset="-122"/>
                <a:cs typeface="PingFang SC" panose="020B0400000000000000" charset="-122"/>
              </a:defRPr>
            </a:lvl8pPr>
            <a:lvl9pPr>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质量报告：哪里可疑，为什么要再听</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pic>
        <p:nvPicPr>
          <p:cNvPr id="2" name="图片 1"/>
          <p:cNvPicPr>
            <a:picLocks noChangeAspect="1"/>
          </p:cNvPicPr>
          <p:nvPr/>
        </p:nvPicPr>
        <p:blipFill>
          <a:blip r:embed="rId1"/>
          <a:srcRect l="11758" t="42842" r="13697" b="3866"/>
          <a:stretch>
            <a:fillRect/>
          </a:stretch>
        </p:blipFill>
        <p:spPr>
          <a:xfrm>
            <a:off x="609600" y="1476375"/>
            <a:ext cx="5429250" cy="4505325"/>
          </a:xfrm>
          <a:prstGeom prst="rect">
            <a:avLst/>
          </a:prstGeom>
        </p:spPr>
      </p:pic>
      <p:sp>
        <p:nvSpPr>
          <p:cNvPr id="3" name="矩形 2"/>
          <p:cNvSpPr>
            <a:spLocks noGrp="1"/>
          </p:cNvSpPr>
          <p:nvPr/>
        </p:nvSpPr>
        <p:spPr>
          <a:xfrm>
            <a:off x="6572250" y="1485900"/>
            <a:ext cx="5010150" cy="400050"/>
          </a:xfrm>
          <a:prstGeom prst="rect">
            <a:avLst/>
          </a:prstGeom>
          <a:noFill/>
          <a:ln w="0">
            <a:noFill/>
          </a:ln>
        </p:spPr>
        <p:txBody>
          <a:bodyPr lIns="0" tIns="0" rIns="0" bIns="0"/>
          <a:lstStyle>
            <a:defPPr>
              <a:defRPr sz="2175" b="1">
                <a:solidFill>
                  <a:srgbClr val="245BDD"/>
                </a:solidFill>
                <a:latin typeface="PingFang SC" panose="020B0400000000000000" charset="-122"/>
                <a:ea typeface="PingFang SC" panose="020B0400000000000000" charset="-122"/>
                <a:cs typeface="PingFang SC" panose="020B0400000000000000" charset="-122"/>
              </a:defRPr>
            </a:defPPr>
            <a:lvl1pPr>
              <a:defRPr sz="2175" b="1">
                <a:solidFill>
                  <a:srgbClr val="245BDD"/>
                </a:solidFill>
                <a:latin typeface="PingFang SC" panose="020B0400000000000000" charset="-122"/>
                <a:ea typeface="PingFang SC" panose="020B0400000000000000" charset="-122"/>
                <a:cs typeface="PingFang SC" panose="020B0400000000000000" charset="-122"/>
              </a:defRPr>
            </a:lvl1pPr>
            <a:lvl2pPr>
              <a:defRPr sz="2175" b="1">
                <a:solidFill>
                  <a:srgbClr val="245BDD"/>
                </a:solidFill>
                <a:latin typeface="PingFang SC" panose="020B0400000000000000" charset="-122"/>
                <a:ea typeface="PingFang SC" panose="020B0400000000000000" charset="-122"/>
                <a:cs typeface="PingFang SC" panose="020B0400000000000000" charset="-122"/>
              </a:defRPr>
            </a:lvl2pPr>
            <a:lvl3pPr>
              <a:defRPr sz="2175" b="1">
                <a:solidFill>
                  <a:srgbClr val="245BDD"/>
                </a:solidFill>
                <a:latin typeface="PingFang SC" panose="020B0400000000000000" charset="-122"/>
                <a:ea typeface="PingFang SC" panose="020B0400000000000000" charset="-122"/>
                <a:cs typeface="PingFang SC" panose="020B0400000000000000" charset="-122"/>
              </a:defRPr>
            </a:lvl3pPr>
            <a:lvl4pPr>
              <a:defRPr sz="2175" b="1">
                <a:solidFill>
                  <a:srgbClr val="245BDD"/>
                </a:solidFill>
                <a:latin typeface="PingFang SC" panose="020B0400000000000000" charset="-122"/>
                <a:ea typeface="PingFang SC" panose="020B0400000000000000" charset="-122"/>
                <a:cs typeface="PingFang SC" panose="020B0400000000000000" charset="-122"/>
              </a:defRPr>
            </a:lvl4pPr>
            <a:lvl5pPr>
              <a:defRPr sz="2175" b="1">
                <a:solidFill>
                  <a:srgbClr val="245BDD"/>
                </a:solidFill>
                <a:latin typeface="PingFang SC" panose="020B0400000000000000" charset="-122"/>
                <a:ea typeface="PingFang SC" panose="020B0400000000000000" charset="-122"/>
                <a:cs typeface="PingFang SC" panose="020B0400000000000000" charset="-122"/>
              </a:defRPr>
            </a:lvl5pPr>
            <a:lvl6pPr>
              <a:defRPr sz="2175" b="1">
                <a:solidFill>
                  <a:srgbClr val="245BDD"/>
                </a:solidFill>
                <a:latin typeface="PingFang SC" panose="020B0400000000000000" charset="-122"/>
                <a:ea typeface="PingFang SC" panose="020B0400000000000000" charset="-122"/>
                <a:cs typeface="PingFang SC" panose="020B0400000000000000" charset="-122"/>
              </a:defRPr>
            </a:lvl6pPr>
            <a:lvl7pPr>
              <a:defRPr sz="2175" b="1">
                <a:solidFill>
                  <a:srgbClr val="245BDD"/>
                </a:solidFill>
                <a:latin typeface="PingFang SC" panose="020B0400000000000000" charset="-122"/>
                <a:ea typeface="PingFang SC" panose="020B0400000000000000" charset="-122"/>
                <a:cs typeface="PingFang SC" panose="020B0400000000000000" charset="-122"/>
              </a:defRPr>
            </a:lvl7pPr>
            <a:lvl8pPr>
              <a:defRPr sz="2175" b="1">
                <a:solidFill>
                  <a:srgbClr val="245BDD"/>
                </a:solidFill>
                <a:latin typeface="PingFang SC" panose="020B0400000000000000" charset="-122"/>
                <a:ea typeface="PingFang SC" panose="020B0400000000000000" charset="-122"/>
                <a:cs typeface="PingFang SC" panose="020B0400000000000000" charset="-122"/>
              </a:defRPr>
            </a:lvl8pPr>
            <a:lvl9pPr>
              <a:defRPr sz="2175" b="1">
                <a:solidFill>
                  <a:srgbClr val="245BDD"/>
                </a:solidFill>
                <a:latin typeface="PingFang SC" panose="020B0400000000000000" charset="-122"/>
                <a:ea typeface="PingFang SC" panose="020B0400000000000000" charset="-122"/>
                <a:cs typeface="PingFang SC" panose="020B0400000000000000" charset="-122"/>
              </a:defRPr>
            </a:lvl9pPr>
          </a:lstStyle>
          <a:p>
            <a:pPr>
              <a:defRPr sz="2175" b="1">
                <a:solidFill>
                  <a:srgbClr val="245BDD"/>
                </a:solidFill>
                <a:latin typeface="PingFang SC" panose="020B0400000000000000" charset="-122"/>
                <a:ea typeface="PingFang SC" panose="020B0400000000000000" charset="-122"/>
                <a:cs typeface="PingFang SC" panose="020B0400000000000000" charset="-122"/>
              </a:defRPr>
            </a:pPr>
            <a:r>
              <a:rPr sz="2175" b="1">
                <a:solidFill>
                  <a:srgbClr val="245BDD"/>
                </a:solidFill>
                <a:latin typeface="PingFang SC" panose="020B0400000000000000" charset="-122"/>
                <a:ea typeface="PingFang SC" panose="020B0400000000000000" charset="-122"/>
                <a:cs typeface="PingFang SC" panose="020B0400000000000000" charset="-122"/>
              </a:rPr>
              <a:t>逐段列出问题</a:t>
            </a:r>
            <a:endParaRPr sz="21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6572250" y="1943100"/>
            <a:ext cx="5010150" cy="1095375"/>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defRPr sz="2025" b="0">
                <a:solidFill>
                  <a:srgbClr val="53627A"/>
                </a:solidFill>
                <a:latin typeface="PingFang SC" panose="020B0400000000000000" charset="-122"/>
                <a:ea typeface="PingFang SC" panose="020B0400000000000000" charset="-122"/>
                <a:cs typeface="PingFang SC" panose="020B0400000000000000" charset="-122"/>
              </a:defRPr>
            </a:lvl1pPr>
            <a:lvl2pPr>
              <a:defRPr sz="2025" b="0">
                <a:solidFill>
                  <a:srgbClr val="53627A"/>
                </a:solidFill>
                <a:latin typeface="PingFang SC" panose="020B0400000000000000" charset="-122"/>
                <a:ea typeface="PingFang SC" panose="020B0400000000000000" charset="-122"/>
                <a:cs typeface="PingFang SC" panose="020B0400000000000000" charset="-122"/>
              </a:defRPr>
            </a:lvl2pPr>
            <a:lvl3pPr>
              <a:defRPr sz="2025" b="0">
                <a:solidFill>
                  <a:srgbClr val="53627A"/>
                </a:solidFill>
                <a:latin typeface="PingFang SC" panose="020B0400000000000000" charset="-122"/>
                <a:ea typeface="PingFang SC" panose="020B0400000000000000" charset="-122"/>
                <a:cs typeface="PingFang SC" panose="020B0400000000000000" charset="-122"/>
              </a:defRPr>
            </a:lvl3pPr>
            <a:lvl4pPr>
              <a:defRPr sz="2025" b="0">
                <a:solidFill>
                  <a:srgbClr val="53627A"/>
                </a:solidFill>
                <a:latin typeface="PingFang SC" panose="020B0400000000000000" charset="-122"/>
                <a:ea typeface="PingFang SC" panose="020B0400000000000000" charset="-122"/>
                <a:cs typeface="PingFang SC" panose="020B0400000000000000" charset="-122"/>
              </a:defRPr>
            </a:lvl4pPr>
            <a:lvl5pPr>
              <a:defRPr sz="2025" b="0">
                <a:solidFill>
                  <a:srgbClr val="53627A"/>
                </a:solidFill>
                <a:latin typeface="PingFang SC" panose="020B0400000000000000" charset="-122"/>
                <a:ea typeface="PingFang SC" panose="020B0400000000000000" charset="-122"/>
                <a:cs typeface="PingFang SC" panose="020B0400000000000000" charset="-122"/>
              </a:defRPr>
            </a:lvl5pPr>
            <a:lvl6pPr>
              <a:defRPr sz="2025" b="0">
                <a:solidFill>
                  <a:srgbClr val="53627A"/>
                </a:solidFill>
                <a:latin typeface="PingFang SC" panose="020B0400000000000000" charset="-122"/>
                <a:ea typeface="PingFang SC" panose="020B0400000000000000" charset="-122"/>
                <a:cs typeface="PingFang SC" panose="020B0400000000000000" charset="-122"/>
              </a:defRPr>
            </a:lvl6pPr>
            <a:lvl7pPr>
              <a:defRPr sz="2025" b="0">
                <a:solidFill>
                  <a:srgbClr val="53627A"/>
                </a:solidFill>
                <a:latin typeface="PingFang SC" panose="020B0400000000000000" charset="-122"/>
                <a:ea typeface="PingFang SC" panose="020B0400000000000000" charset="-122"/>
                <a:cs typeface="PingFang SC" panose="020B0400000000000000" charset="-122"/>
              </a:defRPr>
            </a:lvl7pPr>
            <a:lvl8pPr>
              <a:defRPr sz="2025" b="0">
                <a:solidFill>
                  <a:srgbClr val="53627A"/>
                </a:solidFill>
                <a:latin typeface="PingFang SC" panose="020B0400000000000000" charset="-122"/>
                <a:ea typeface="PingFang SC" panose="020B0400000000000000" charset="-122"/>
                <a:cs typeface="PingFang SC" panose="020B0400000000000000" charset="-122"/>
              </a:defRPr>
            </a:lvl8pPr>
            <a:lvl9pPr>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每行记录章节、人物和片段位置。</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可以从列表定位到需要复核的录音。</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6572250" y="3028950"/>
            <a:ext cx="5010150" cy="400050"/>
          </a:xfrm>
          <a:prstGeom prst="rect">
            <a:avLst/>
          </a:prstGeom>
          <a:noFill/>
          <a:ln w="0">
            <a:noFill/>
          </a:ln>
        </p:spPr>
        <p:txBody>
          <a:bodyPr lIns="0" tIns="0" rIns="0" bIns="0"/>
          <a:lstStyle>
            <a:defPPr>
              <a:defRPr sz="2175" b="1">
                <a:solidFill>
                  <a:srgbClr val="245BDD"/>
                </a:solidFill>
                <a:latin typeface="PingFang SC" panose="020B0400000000000000" charset="-122"/>
                <a:ea typeface="PingFang SC" panose="020B0400000000000000" charset="-122"/>
                <a:cs typeface="PingFang SC" panose="020B0400000000000000" charset="-122"/>
              </a:defRPr>
            </a:defPPr>
            <a:lvl1pPr>
              <a:defRPr sz="2175" b="1">
                <a:solidFill>
                  <a:srgbClr val="245BDD"/>
                </a:solidFill>
                <a:latin typeface="PingFang SC" panose="020B0400000000000000" charset="-122"/>
                <a:ea typeface="PingFang SC" panose="020B0400000000000000" charset="-122"/>
                <a:cs typeface="PingFang SC" panose="020B0400000000000000" charset="-122"/>
              </a:defRPr>
            </a:lvl1pPr>
            <a:lvl2pPr>
              <a:defRPr sz="2175" b="1">
                <a:solidFill>
                  <a:srgbClr val="245BDD"/>
                </a:solidFill>
                <a:latin typeface="PingFang SC" panose="020B0400000000000000" charset="-122"/>
                <a:ea typeface="PingFang SC" panose="020B0400000000000000" charset="-122"/>
                <a:cs typeface="PingFang SC" panose="020B0400000000000000" charset="-122"/>
              </a:defRPr>
            </a:lvl2pPr>
            <a:lvl3pPr>
              <a:defRPr sz="2175" b="1">
                <a:solidFill>
                  <a:srgbClr val="245BDD"/>
                </a:solidFill>
                <a:latin typeface="PingFang SC" panose="020B0400000000000000" charset="-122"/>
                <a:ea typeface="PingFang SC" panose="020B0400000000000000" charset="-122"/>
                <a:cs typeface="PingFang SC" panose="020B0400000000000000" charset="-122"/>
              </a:defRPr>
            </a:lvl3pPr>
            <a:lvl4pPr>
              <a:defRPr sz="2175" b="1">
                <a:solidFill>
                  <a:srgbClr val="245BDD"/>
                </a:solidFill>
                <a:latin typeface="PingFang SC" panose="020B0400000000000000" charset="-122"/>
                <a:ea typeface="PingFang SC" panose="020B0400000000000000" charset="-122"/>
                <a:cs typeface="PingFang SC" panose="020B0400000000000000" charset="-122"/>
              </a:defRPr>
            </a:lvl4pPr>
            <a:lvl5pPr>
              <a:defRPr sz="2175" b="1">
                <a:solidFill>
                  <a:srgbClr val="245BDD"/>
                </a:solidFill>
                <a:latin typeface="PingFang SC" panose="020B0400000000000000" charset="-122"/>
                <a:ea typeface="PingFang SC" panose="020B0400000000000000" charset="-122"/>
                <a:cs typeface="PingFang SC" panose="020B0400000000000000" charset="-122"/>
              </a:defRPr>
            </a:lvl5pPr>
            <a:lvl6pPr>
              <a:defRPr sz="2175" b="1">
                <a:solidFill>
                  <a:srgbClr val="245BDD"/>
                </a:solidFill>
                <a:latin typeface="PingFang SC" panose="020B0400000000000000" charset="-122"/>
                <a:ea typeface="PingFang SC" panose="020B0400000000000000" charset="-122"/>
                <a:cs typeface="PingFang SC" panose="020B0400000000000000" charset="-122"/>
              </a:defRPr>
            </a:lvl6pPr>
            <a:lvl7pPr>
              <a:defRPr sz="2175" b="1">
                <a:solidFill>
                  <a:srgbClr val="245BDD"/>
                </a:solidFill>
                <a:latin typeface="PingFang SC" panose="020B0400000000000000" charset="-122"/>
                <a:ea typeface="PingFang SC" panose="020B0400000000000000" charset="-122"/>
                <a:cs typeface="PingFang SC" panose="020B0400000000000000" charset="-122"/>
              </a:defRPr>
            </a:lvl7pPr>
            <a:lvl8pPr>
              <a:defRPr sz="2175" b="1">
                <a:solidFill>
                  <a:srgbClr val="245BDD"/>
                </a:solidFill>
                <a:latin typeface="PingFang SC" panose="020B0400000000000000" charset="-122"/>
                <a:ea typeface="PingFang SC" panose="020B0400000000000000" charset="-122"/>
                <a:cs typeface="PingFang SC" panose="020B0400000000000000" charset="-122"/>
              </a:defRPr>
            </a:lvl8pPr>
            <a:lvl9pPr>
              <a:defRPr sz="2175" b="1">
                <a:solidFill>
                  <a:srgbClr val="245BDD"/>
                </a:solidFill>
                <a:latin typeface="PingFang SC" panose="020B0400000000000000" charset="-122"/>
                <a:ea typeface="PingFang SC" panose="020B0400000000000000" charset="-122"/>
                <a:cs typeface="PingFang SC" panose="020B0400000000000000" charset="-122"/>
              </a:defRPr>
            </a:lvl9pPr>
          </a:lstStyle>
          <a:p>
            <a:pPr>
              <a:defRPr sz="2175" b="1">
                <a:solidFill>
                  <a:srgbClr val="245BDD"/>
                </a:solidFill>
                <a:latin typeface="PingFang SC" panose="020B0400000000000000" charset="-122"/>
                <a:ea typeface="PingFang SC" panose="020B0400000000000000" charset="-122"/>
                <a:cs typeface="PingFang SC" panose="020B0400000000000000" charset="-122"/>
              </a:defRPr>
            </a:pPr>
            <a:r>
              <a:rPr sz="2175" b="1">
                <a:solidFill>
                  <a:srgbClr val="245BDD"/>
                </a:solidFill>
                <a:latin typeface="PingFang SC" panose="020B0400000000000000" charset="-122"/>
                <a:ea typeface="PingFang SC" panose="020B0400000000000000" charset="-122"/>
                <a:cs typeface="PingFang SC" panose="020B0400000000000000" charset="-122"/>
              </a:rPr>
              <a:t>两个提示的含义</a:t>
            </a:r>
            <a:endParaRPr sz="21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6" name="矩形 5"/>
          <p:cNvSpPr>
            <a:spLocks noGrp="1"/>
          </p:cNvSpPr>
          <p:nvPr/>
        </p:nvSpPr>
        <p:spPr>
          <a:xfrm>
            <a:off x="6572250" y="3486150"/>
            <a:ext cx="5010150" cy="1095375"/>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defRPr sz="2025" b="0">
                <a:solidFill>
                  <a:srgbClr val="53627A"/>
                </a:solidFill>
                <a:latin typeface="PingFang SC" panose="020B0400000000000000" charset="-122"/>
                <a:ea typeface="PingFang SC" panose="020B0400000000000000" charset="-122"/>
                <a:cs typeface="PingFang SC" panose="020B0400000000000000" charset="-122"/>
              </a:defRPr>
            </a:lvl1pPr>
            <a:lvl2pPr>
              <a:defRPr sz="2025" b="0">
                <a:solidFill>
                  <a:srgbClr val="53627A"/>
                </a:solidFill>
                <a:latin typeface="PingFang SC" panose="020B0400000000000000" charset="-122"/>
                <a:ea typeface="PingFang SC" panose="020B0400000000000000" charset="-122"/>
                <a:cs typeface="PingFang SC" panose="020B0400000000000000" charset="-122"/>
              </a:defRPr>
            </a:lvl2pPr>
            <a:lvl3pPr>
              <a:defRPr sz="2025" b="0">
                <a:solidFill>
                  <a:srgbClr val="53627A"/>
                </a:solidFill>
                <a:latin typeface="PingFang SC" panose="020B0400000000000000" charset="-122"/>
                <a:ea typeface="PingFang SC" panose="020B0400000000000000" charset="-122"/>
                <a:cs typeface="PingFang SC" panose="020B0400000000000000" charset="-122"/>
              </a:defRPr>
            </a:lvl3pPr>
            <a:lvl4pPr>
              <a:defRPr sz="2025" b="0">
                <a:solidFill>
                  <a:srgbClr val="53627A"/>
                </a:solidFill>
                <a:latin typeface="PingFang SC" panose="020B0400000000000000" charset="-122"/>
                <a:ea typeface="PingFang SC" panose="020B0400000000000000" charset="-122"/>
                <a:cs typeface="PingFang SC" panose="020B0400000000000000" charset="-122"/>
              </a:defRPr>
            </a:lvl4pPr>
            <a:lvl5pPr>
              <a:defRPr sz="2025" b="0">
                <a:solidFill>
                  <a:srgbClr val="53627A"/>
                </a:solidFill>
                <a:latin typeface="PingFang SC" panose="020B0400000000000000" charset="-122"/>
                <a:ea typeface="PingFang SC" panose="020B0400000000000000" charset="-122"/>
                <a:cs typeface="PingFang SC" panose="020B0400000000000000" charset="-122"/>
              </a:defRPr>
            </a:lvl5pPr>
            <a:lvl6pPr>
              <a:defRPr sz="2025" b="0">
                <a:solidFill>
                  <a:srgbClr val="53627A"/>
                </a:solidFill>
                <a:latin typeface="PingFang SC" panose="020B0400000000000000" charset="-122"/>
                <a:ea typeface="PingFang SC" panose="020B0400000000000000" charset="-122"/>
                <a:cs typeface="PingFang SC" panose="020B0400000000000000" charset="-122"/>
              </a:defRPr>
            </a:lvl6pPr>
            <a:lvl7pPr>
              <a:defRPr sz="2025" b="0">
                <a:solidFill>
                  <a:srgbClr val="53627A"/>
                </a:solidFill>
                <a:latin typeface="PingFang SC" panose="020B0400000000000000" charset="-122"/>
                <a:ea typeface="PingFang SC" panose="020B0400000000000000" charset="-122"/>
                <a:cs typeface="PingFang SC" panose="020B0400000000000000" charset="-122"/>
              </a:defRPr>
            </a:lvl7pPr>
            <a:lvl8pPr>
              <a:defRPr sz="2025" b="0">
                <a:solidFill>
                  <a:srgbClr val="53627A"/>
                </a:solidFill>
                <a:latin typeface="PingFang SC" panose="020B0400000000000000" charset="-122"/>
                <a:ea typeface="PingFang SC" panose="020B0400000000000000" charset="-122"/>
                <a:cs typeface="PingFang SC" panose="020B0400000000000000" charset="-122"/>
              </a:defRPr>
            </a:lvl8pPr>
            <a:lvl9pPr>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asr_mismatch：转写与应读文字有差异。</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pitch_drift：音调变化较大，建议再听。</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7" name="矩形 6"/>
          <p:cNvSpPr>
            <a:spLocks noGrp="1"/>
          </p:cNvSpPr>
          <p:nvPr/>
        </p:nvSpPr>
        <p:spPr>
          <a:xfrm>
            <a:off x="6572250" y="4572000"/>
            <a:ext cx="5010150" cy="400050"/>
          </a:xfrm>
          <a:prstGeom prst="rect">
            <a:avLst/>
          </a:prstGeom>
          <a:noFill/>
          <a:ln w="0">
            <a:noFill/>
          </a:ln>
        </p:spPr>
        <p:txBody>
          <a:bodyPr lIns="0" tIns="0" rIns="0" bIns="0"/>
          <a:lstStyle>
            <a:defPPr>
              <a:defRPr sz="2175" b="1">
                <a:solidFill>
                  <a:srgbClr val="245BDD"/>
                </a:solidFill>
                <a:latin typeface="PingFang SC" panose="020B0400000000000000" charset="-122"/>
                <a:ea typeface="PingFang SC" panose="020B0400000000000000" charset="-122"/>
                <a:cs typeface="PingFang SC" panose="020B0400000000000000" charset="-122"/>
              </a:defRPr>
            </a:defPPr>
            <a:lvl1pPr>
              <a:defRPr sz="2175" b="1">
                <a:solidFill>
                  <a:srgbClr val="245BDD"/>
                </a:solidFill>
                <a:latin typeface="PingFang SC" panose="020B0400000000000000" charset="-122"/>
                <a:ea typeface="PingFang SC" panose="020B0400000000000000" charset="-122"/>
                <a:cs typeface="PingFang SC" panose="020B0400000000000000" charset="-122"/>
              </a:defRPr>
            </a:lvl1pPr>
            <a:lvl2pPr>
              <a:defRPr sz="2175" b="1">
                <a:solidFill>
                  <a:srgbClr val="245BDD"/>
                </a:solidFill>
                <a:latin typeface="PingFang SC" panose="020B0400000000000000" charset="-122"/>
                <a:ea typeface="PingFang SC" panose="020B0400000000000000" charset="-122"/>
                <a:cs typeface="PingFang SC" panose="020B0400000000000000" charset="-122"/>
              </a:defRPr>
            </a:lvl2pPr>
            <a:lvl3pPr>
              <a:defRPr sz="2175" b="1">
                <a:solidFill>
                  <a:srgbClr val="245BDD"/>
                </a:solidFill>
                <a:latin typeface="PingFang SC" panose="020B0400000000000000" charset="-122"/>
                <a:ea typeface="PingFang SC" panose="020B0400000000000000" charset="-122"/>
                <a:cs typeface="PingFang SC" panose="020B0400000000000000" charset="-122"/>
              </a:defRPr>
            </a:lvl3pPr>
            <a:lvl4pPr>
              <a:defRPr sz="2175" b="1">
                <a:solidFill>
                  <a:srgbClr val="245BDD"/>
                </a:solidFill>
                <a:latin typeface="PingFang SC" panose="020B0400000000000000" charset="-122"/>
                <a:ea typeface="PingFang SC" panose="020B0400000000000000" charset="-122"/>
                <a:cs typeface="PingFang SC" panose="020B0400000000000000" charset="-122"/>
              </a:defRPr>
            </a:lvl4pPr>
            <a:lvl5pPr>
              <a:defRPr sz="2175" b="1">
                <a:solidFill>
                  <a:srgbClr val="245BDD"/>
                </a:solidFill>
                <a:latin typeface="PingFang SC" panose="020B0400000000000000" charset="-122"/>
                <a:ea typeface="PingFang SC" panose="020B0400000000000000" charset="-122"/>
                <a:cs typeface="PingFang SC" panose="020B0400000000000000" charset="-122"/>
              </a:defRPr>
            </a:lvl5pPr>
            <a:lvl6pPr>
              <a:defRPr sz="2175" b="1">
                <a:solidFill>
                  <a:srgbClr val="245BDD"/>
                </a:solidFill>
                <a:latin typeface="PingFang SC" panose="020B0400000000000000" charset="-122"/>
                <a:ea typeface="PingFang SC" panose="020B0400000000000000" charset="-122"/>
                <a:cs typeface="PingFang SC" panose="020B0400000000000000" charset="-122"/>
              </a:defRPr>
            </a:lvl6pPr>
            <a:lvl7pPr>
              <a:defRPr sz="2175" b="1">
                <a:solidFill>
                  <a:srgbClr val="245BDD"/>
                </a:solidFill>
                <a:latin typeface="PingFang SC" panose="020B0400000000000000" charset="-122"/>
                <a:ea typeface="PingFang SC" panose="020B0400000000000000" charset="-122"/>
                <a:cs typeface="PingFang SC" panose="020B0400000000000000" charset="-122"/>
              </a:defRPr>
            </a:lvl7pPr>
            <a:lvl8pPr>
              <a:defRPr sz="2175" b="1">
                <a:solidFill>
                  <a:srgbClr val="245BDD"/>
                </a:solidFill>
                <a:latin typeface="PingFang SC" panose="020B0400000000000000" charset="-122"/>
                <a:ea typeface="PingFang SC" panose="020B0400000000000000" charset="-122"/>
                <a:cs typeface="PingFang SC" panose="020B0400000000000000" charset="-122"/>
              </a:defRPr>
            </a:lvl8pPr>
            <a:lvl9pPr>
              <a:defRPr sz="2175" b="1">
                <a:solidFill>
                  <a:srgbClr val="245BDD"/>
                </a:solidFill>
                <a:latin typeface="PingFang SC" panose="020B0400000000000000" charset="-122"/>
                <a:ea typeface="PingFang SC" panose="020B0400000000000000" charset="-122"/>
                <a:cs typeface="PingFang SC" panose="020B0400000000000000" charset="-122"/>
              </a:defRPr>
            </a:lvl9pPr>
          </a:lstStyle>
          <a:p>
            <a:pPr>
              <a:defRPr sz="2175" b="1">
                <a:solidFill>
                  <a:srgbClr val="245BDD"/>
                </a:solidFill>
                <a:latin typeface="PingFang SC" panose="020B0400000000000000" charset="-122"/>
                <a:ea typeface="PingFang SC" panose="020B0400000000000000" charset="-122"/>
                <a:cs typeface="PingFang SC" panose="020B0400000000000000" charset="-122"/>
              </a:defRPr>
            </a:pPr>
            <a:r>
              <a:rPr sz="2175" b="1">
                <a:solidFill>
                  <a:srgbClr val="245BDD"/>
                </a:solidFill>
                <a:latin typeface="PingFang SC" panose="020B0400000000000000" charset="-122"/>
                <a:ea typeface="PingFang SC" panose="020B0400000000000000" charset="-122"/>
                <a:cs typeface="PingFang SC" panose="020B0400000000000000" charset="-122"/>
              </a:rPr>
              <a:t>未完成也单独保留</a:t>
            </a:r>
            <a:endParaRPr sz="21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8" name="矩形 7"/>
          <p:cNvSpPr>
            <a:spLocks noGrp="1"/>
          </p:cNvSpPr>
          <p:nvPr/>
        </p:nvSpPr>
        <p:spPr>
          <a:xfrm>
            <a:off x="6572250" y="5029200"/>
            <a:ext cx="5010150" cy="1095375"/>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defRPr sz="2025" b="0">
                <a:solidFill>
                  <a:srgbClr val="53627A"/>
                </a:solidFill>
                <a:latin typeface="PingFang SC" panose="020B0400000000000000" charset="-122"/>
                <a:ea typeface="PingFang SC" panose="020B0400000000000000" charset="-122"/>
                <a:cs typeface="PingFang SC" panose="020B0400000000000000" charset="-122"/>
              </a:defRPr>
            </a:lvl1pPr>
            <a:lvl2pPr>
              <a:defRPr sz="2025" b="0">
                <a:solidFill>
                  <a:srgbClr val="53627A"/>
                </a:solidFill>
                <a:latin typeface="PingFang SC" panose="020B0400000000000000" charset="-122"/>
                <a:ea typeface="PingFang SC" panose="020B0400000000000000" charset="-122"/>
                <a:cs typeface="PingFang SC" panose="020B0400000000000000" charset="-122"/>
              </a:defRPr>
            </a:lvl2pPr>
            <a:lvl3pPr>
              <a:defRPr sz="2025" b="0">
                <a:solidFill>
                  <a:srgbClr val="53627A"/>
                </a:solidFill>
                <a:latin typeface="PingFang SC" panose="020B0400000000000000" charset="-122"/>
                <a:ea typeface="PingFang SC" panose="020B0400000000000000" charset="-122"/>
                <a:cs typeface="PingFang SC" panose="020B0400000000000000" charset="-122"/>
              </a:defRPr>
            </a:lvl3pPr>
            <a:lvl4pPr>
              <a:defRPr sz="2025" b="0">
                <a:solidFill>
                  <a:srgbClr val="53627A"/>
                </a:solidFill>
                <a:latin typeface="PingFang SC" panose="020B0400000000000000" charset="-122"/>
                <a:ea typeface="PingFang SC" panose="020B0400000000000000" charset="-122"/>
                <a:cs typeface="PingFang SC" panose="020B0400000000000000" charset="-122"/>
              </a:defRPr>
            </a:lvl4pPr>
            <a:lvl5pPr>
              <a:defRPr sz="2025" b="0">
                <a:solidFill>
                  <a:srgbClr val="53627A"/>
                </a:solidFill>
                <a:latin typeface="PingFang SC" panose="020B0400000000000000" charset="-122"/>
                <a:ea typeface="PingFang SC" panose="020B0400000000000000" charset="-122"/>
                <a:cs typeface="PingFang SC" panose="020B0400000000000000" charset="-122"/>
              </a:defRPr>
            </a:lvl5pPr>
            <a:lvl6pPr>
              <a:defRPr sz="2025" b="0">
                <a:solidFill>
                  <a:srgbClr val="53627A"/>
                </a:solidFill>
                <a:latin typeface="PingFang SC" panose="020B0400000000000000" charset="-122"/>
                <a:ea typeface="PingFang SC" panose="020B0400000000000000" charset="-122"/>
                <a:cs typeface="PingFang SC" panose="020B0400000000000000" charset="-122"/>
              </a:defRPr>
            </a:lvl6pPr>
            <a:lvl7pPr>
              <a:defRPr sz="2025" b="0">
                <a:solidFill>
                  <a:srgbClr val="53627A"/>
                </a:solidFill>
                <a:latin typeface="PingFang SC" panose="020B0400000000000000" charset="-122"/>
                <a:ea typeface="PingFang SC" panose="020B0400000000000000" charset="-122"/>
                <a:cs typeface="PingFang SC" panose="020B0400000000000000" charset="-122"/>
              </a:defRPr>
            </a:lvl7pPr>
            <a:lvl8pPr>
              <a:defRPr sz="2025" b="0">
                <a:solidFill>
                  <a:srgbClr val="53627A"/>
                </a:solidFill>
                <a:latin typeface="PingFang SC" panose="020B0400000000000000" charset="-122"/>
                <a:ea typeface="PingFang SC" panose="020B0400000000000000" charset="-122"/>
                <a:cs typeface="PingFang SC" panose="020B0400000000000000" charset="-122"/>
              </a:defRPr>
            </a:lvl8pPr>
            <a:lvl9pPr>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incomplete 表示还没有查清。</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音频可以已导出，但报告仍留有疑点。</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9" name="矩形 8"/>
          <p:cNvSpPr>
            <a:spLocks noGrp="1"/>
          </p:cNvSpPr>
          <p:nvPr/>
        </p:nvSpPr>
        <p:spPr>
          <a:xfrm>
            <a:off x="609600" y="6124575"/>
            <a:ext cx="10382250" cy="38100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defRPr sz="1350" b="0">
                <a:solidFill>
                  <a:srgbClr val="53627A"/>
                </a:solidFill>
                <a:latin typeface="PingFang SC" panose="020B0400000000000000" charset="-122"/>
                <a:ea typeface="PingFang SC" panose="020B0400000000000000" charset="-122"/>
                <a:cs typeface="PingFang SC" panose="020B0400000000000000" charset="-122"/>
              </a:defRPr>
            </a:lvl1pPr>
            <a:lvl2pPr>
              <a:defRPr sz="1350" b="0">
                <a:solidFill>
                  <a:srgbClr val="53627A"/>
                </a:solidFill>
                <a:latin typeface="PingFang SC" panose="020B0400000000000000" charset="-122"/>
                <a:ea typeface="PingFang SC" panose="020B0400000000000000" charset="-122"/>
                <a:cs typeface="PingFang SC" panose="020B0400000000000000" charset="-122"/>
              </a:defRPr>
            </a:lvl2pPr>
            <a:lvl3pPr>
              <a:defRPr sz="1350" b="0">
                <a:solidFill>
                  <a:srgbClr val="53627A"/>
                </a:solidFill>
                <a:latin typeface="PingFang SC" panose="020B0400000000000000" charset="-122"/>
                <a:ea typeface="PingFang SC" panose="020B0400000000000000" charset="-122"/>
                <a:cs typeface="PingFang SC" panose="020B0400000000000000" charset="-122"/>
              </a:defRPr>
            </a:lvl3pPr>
            <a:lvl4pPr>
              <a:defRPr sz="1350" b="0">
                <a:solidFill>
                  <a:srgbClr val="53627A"/>
                </a:solidFill>
                <a:latin typeface="PingFang SC" panose="020B0400000000000000" charset="-122"/>
                <a:ea typeface="PingFang SC" panose="020B0400000000000000" charset="-122"/>
                <a:cs typeface="PingFang SC" panose="020B0400000000000000" charset="-122"/>
              </a:defRPr>
            </a:lvl4pPr>
            <a:lvl5pPr>
              <a:defRPr sz="1350" b="0">
                <a:solidFill>
                  <a:srgbClr val="53627A"/>
                </a:solidFill>
                <a:latin typeface="PingFang SC" panose="020B0400000000000000" charset="-122"/>
                <a:ea typeface="PingFang SC" panose="020B0400000000000000" charset="-122"/>
                <a:cs typeface="PingFang SC" panose="020B0400000000000000" charset="-122"/>
              </a:defRPr>
            </a:lvl5pPr>
            <a:lvl6pPr>
              <a:defRPr sz="1350" b="0">
                <a:solidFill>
                  <a:srgbClr val="53627A"/>
                </a:solidFill>
                <a:latin typeface="PingFang SC" panose="020B0400000000000000" charset="-122"/>
                <a:ea typeface="PingFang SC" panose="020B0400000000000000" charset="-122"/>
                <a:cs typeface="PingFang SC" panose="020B0400000000000000" charset="-122"/>
              </a:defRPr>
            </a:lvl6pPr>
            <a:lvl7pPr>
              <a:defRPr sz="1350" b="0">
                <a:solidFill>
                  <a:srgbClr val="53627A"/>
                </a:solidFill>
                <a:latin typeface="PingFang SC" panose="020B0400000000000000" charset="-122"/>
                <a:ea typeface="PingFang SC" panose="020B0400000000000000" charset="-122"/>
                <a:cs typeface="PingFang SC" panose="020B0400000000000000" charset="-122"/>
              </a:defRPr>
            </a:lvl7pPr>
            <a:lvl8pPr>
              <a:defRPr sz="1350" b="0">
                <a:solidFill>
                  <a:srgbClr val="53627A"/>
                </a:solidFill>
                <a:latin typeface="PingFang SC" panose="020B0400000000000000" charset="-122"/>
                <a:ea typeface="PingFang SC" panose="020B0400000000000000" charset="-122"/>
                <a:cs typeface="PingFang SC" panose="020B0400000000000000" charset="-122"/>
              </a:defRPr>
            </a:lvl8pPr>
            <a:lvl9pPr>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这里展示已有第 5 章报告。机器疑点需要核对，不能直接算作真实错误率</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10" name="矩形 9"/>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defRPr sz="1275" b="0">
                <a:solidFill>
                  <a:srgbClr val="53627A"/>
                </a:solidFill>
                <a:latin typeface="PingFang SC" panose="020B0400000000000000" charset="-122"/>
                <a:ea typeface="PingFang SC" panose="020B0400000000000000" charset="-122"/>
                <a:cs typeface="PingFang SC" panose="020B0400000000000000" charset="-122"/>
              </a:defRPr>
            </a:lvl1pPr>
            <a:lvl2pPr>
              <a:defRPr sz="1275" b="0">
                <a:solidFill>
                  <a:srgbClr val="53627A"/>
                </a:solidFill>
                <a:latin typeface="PingFang SC" panose="020B0400000000000000" charset="-122"/>
                <a:ea typeface="PingFang SC" panose="020B0400000000000000" charset="-122"/>
                <a:cs typeface="PingFang SC" panose="020B0400000000000000" charset="-122"/>
              </a:defRPr>
            </a:lvl2pPr>
            <a:lvl3pPr>
              <a:defRPr sz="1275" b="0">
                <a:solidFill>
                  <a:srgbClr val="53627A"/>
                </a:solidFill>
                <a:latin typeface="PingFang SC" panose="020B0400000000000000" charset="-122"/>
                <a:ea typeface="PingFang SC" panose="020B0400000000000000" charset="-122"/>
                <a:cs typeface="PingFang SC" panose="020B0400000000000000" charset="-122"/>
              </a:defRPr>
            </a:lvl3pPr>
            <a:lvl4pPr>
              <a:defRPr sz="1275" b="0">
                <a:solidFill>
                  <a:srgbClr val="53627A"/>
                </a:solidFill>
                <a:latin typeface="PingFang SC" panose="020B0400000000000000" charset="-122"/>
                <a:ea typeface="PingFang SC" panose="020B0400000000000000" charset="-122"/>
                <a:cs typeface="PingFang SC" panose="020B0400000000000000" charset="-122"/>
              </a:defRPr>
            </a:lvl4pPr>
            <a:lvl5pPr>
              <a:defRPr sz="1275" b="0">
                <a:solidFill>
                  <a:srgbClr val="53627A"/>
                </a:solidFill>
                <a:latin typeface="PingFang SC" panose="020B0400000000000000" charset="-122"/>
                <a:ea typeface="PingFang SC" panose="020B0400000000000000" charset="-122"/>
                <a:cs typeface="PingFang SC" panose="020B0400000000000000" charset="-122"/>
              </a:defRPr>
            </a:lvl5pPr>
            <a:lvl6pPr>
              <a:defRPr sz="1275" b="0">
                <a:solidFill>
                  <a:srgbClr val="53627A"/>
                </a:solidFill>
                <a:latin typeface="PingFang SC" panose="020B0400000000000000" charset="-122"/>
                <a:ea typeface="PingFang SC" panose="020B0400000000000000" charset="-122"/>
                <a:cs typeface="PingFang SC" panose="020B0400000000000000" charset="-122"/>
              </a:defRPr>
            </a:lvl6pPr>
            <a:lvl7pPr>
              <a:defRPr sz="1275" b="0">
                <a:solidFill>
                  <a:srgbClr val="53627A"/>
                </a:solidFill>
                <a:latin typeface="PingFang SC" panose="020B0400000000000000" charset="-122"/>
                <a:ea typeface="PingFang SC" panose="020B0400000000000000" charset="-122"/>
                <a:cs typeface="PingFang SC" panose="020B0400000000000000" charset="-122"/>
              </a:defRPr>
            </a:lvl7pPr>
            <a:lvl8pPr>
              <a:defRPr sz="1275" b="0">
                <a:solidFill>
                  <a:srgbClr val="53627A"/>
                </a:solidFill>
                <a:latin typeface="PingFang SC" panose="020B0400000000000000" charset="-122"/>
                <a:ea typeface="PingFang SC" panose="020B0400000000000000" charset="-122"/>
                <a:cs typeface="PingFang SC" panose="020B0400000000000000" charset="-122"/>
              </a:defRPr>
            </a:lvl8pPr>
            <a:lvl9pPr>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25</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sp>
        <p:nvSpPr>
          <p:cNvPr id="6" name="矩形 5"/>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创新</a:t>
            </a:r>
            <a:r>
              <a:rPr lang="zh-CN" sz="3300" b="1">
                <a:solidFill>
                  <a:srgbClr val="16243B"/>
                </a:solidFill>
                <a:latin typeface="PingFang SC" panose="020B0400000000000000" charset="-122"/>
                <a:ea typeface="PingFang SC" panose="020B0400000000000000" charset="-122"/>
                <a:cs typeface="PingFang SC" panose="020B0400000000000000" charset="-122"/>
              </a:rPr>
              <a:t>二</a:t>
            </a:r>
            <a:r>
              <a:rPr sz="3300" b="1">
                <a:solidFill>
                  <a:srgbClr val="16243B"/>
                </a:solidFill>
                <a:latin typeface="PingFang SC" panose="020B0400000000000000" charset="-122"/>
                <a:ea typeface="PingFang SC" panose="020B0400000000000000" charset="-122"/>
                <a:cs typeface="PingFang SC" panose="020B0400000000000000" charset="-122"/>
              </a:rPr>
              <a:t>：哪里读错，就优先修哪里</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26</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graphicFrame>
        <p:nvGraphicFramePr>
          <p:cNvPr id="3" name="表格 2"/>
          <p:cNvGraphicFramePr/>
          <p:nvPr/>
        </p:nvGraphicFramePr>
        <p:xfrm>
          <a:off x="609600" y="1762125"/>
          <a:ext cx="10972800" cy="2952752"/>
        </p:xfrm>
        <a:graphic>
          <a:graphicData uri="http://schemas.openxmlformats.org/drawingml/2006/table">
            <a:tbl>
              <a:tblPr/>
              <a:tblGrid>
                <a:gridCol w="3333750"/>
                <a:gridCol w="4429125"/>
                <a:gridCol w="3209925"/>
              </a:tblGrid>
              <a:tr h="738188">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首章中的实际问题</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这次怎样修</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解决了什么</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r>
              <a:tr h="738188">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R039 正文读完后又重复</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留下完整正文，去掉后面的重复</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不用把整章再生成一遍</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738188">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J076 两句之间停得太久</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去掉已确认的多余无声部分</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让连接处恢复到约 1 秒停顿</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r h="738188">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R034 一个词开头读了几遍</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改用 Come on! 的读法重新生成</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只增加一次生成请求</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bl>
          </a:graphicData>
        </a:graphic>
      </p:graphicFrame>
      <p:sp>
        <p:nvSpPr>
          <p:cNvPr id="4" name="矩形 3"/>
          <p:cNvSpPr>
            <a:spLocks noGrp="1"/>
          </p:cNvSpPr>
          <p:nvPr/>
        </p:nvSpPr>
        <p:spPr>
          <a:xfrm>
            <a:off x="609600" y="5172075"/>
            <a:ext cx="10858500" cy="571500"/>
          </a:xfrm>
          <a:prstGeom prst="rect">
            <a:avLst/>
          </a:prstGeom>
          <a:noFill/>
          <a:ln w="0">
            <a:noFill/>
          </a:ln>
        </p:spPr>
        <p:txBody>
          <a:bodyPr lIns="0" tIns="0" rIns="0" bIns="0"/>
          <a:lstStyle>
            <a:defPPr>
              <a:defRPr sz="2250" b="1">
                <a:solidFill>
                  <a:srgbClr val="245BDD"/>
                </a:solidFill>
                <a:latin typeface="PingFang SC" panose="020B0400000000000000" charset="-122"/>
                <a:ea typeface="PingFang SC" panose="020B0400000000000000" charset="-122"/>
                <a:cs typeface="PingFang SC" panose="020B0400000000000000" charset="-122"/>
              </a:defRPr>
            </a:defPPr>
            <a:lvl1pPr>
              <a:buNone/>
              <a:defRPr sz="22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2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2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2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2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2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2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2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2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250" b="1">
                <a:solidFill>
                  <a:srgbClr val="245BDD"/>
                </a:solidFill>
                <a:latin typeface="PingFang SC" panose="020B0400000000000000" charset="-122"/>
                <a:ea typeface="PingFang SC" panose="020B0400000000000000" charset="-122"/>
                <a:cs typeface="PingFang SC" panose="020B0400000000000000" charset="-122"/>
              </a:defRPr>
            </a:pPr>
            <a:r>
              <a:rPr sz="2250" b="1">
                <a:solidFill>
                  <a:srgbClr val="245BDD"/>
                </a:solidFill>
                <a:latin typeface="PingFang SC" panose="020B0400000000000000" charset="-122"/>
                <a:ea typeface="PingFang SC" panose="020B0400000000000000" charset="-122"/>
                <a:cs typeface="PingFang SC" panose="020B0400000000000000" charset="-122"/>
              </a:rPr>
              <a:t>这几处都已做局部试听确认，原始录音仍然保留。</a:t>
            </a:r>
            <a:endParaRPr sz="22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修复一个地方之后，还要听前后两句，防止修好这里、影响旁边</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sp>
        <p:nvSpPr>
          <p:cNvPr id="9" name="矩形 8"/>
          <p:cNvSpPr>
            <a:spLocks noGrp="1"/>
          </p:cNvSpPr>
          <p:nvPr/>
        </p:nvSpPr>
        <p:spPr>
          <a:xfrm>
            <a:off x="609600" y="457200"/>
            <a:ext cx="1097280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defRPr sz="3300" b="1">
                <a:solidFill>
                  <a:srgbClr val="16243B"/>
                </a:solidFill>
                <a:latin typeface="PingFang SC" panose="020B0400000000000000" charset="-122"/>
                <a:ea typeface="PingFang SC" panose="020B0400000000000000" charset="-122"/>
                <a:cs typeface="PingFang SC" panose="020B0400000000000000" charset="-122"/>
              </a:defRPr>
            </a:lvl1pPr>
            <a:lvl2pPr>
              <a:defRPr sz="3300" b="1">
                <a:solidFill>
                  <a:srgbClr val="16243B"/>
                </a:solidFill>
                <a:latin typeface="PingFang SC" panose="020B0400000000000000" charset="-122"/>
                <a:ea typeface="PingFang SC" panose="020B0400000000000000" charset="-122"/>
                <a:cs typeface="PingFang SC" panose="020B0400000000000000" charset="-122"/>
              </a:defRPr>
            </a:lvl2pPr>
            <a:lvl3pPr>
              <a:defRPr sz="3300" b="1">
                <a:solidFill>
                  <a:srgbClr val="16243B"/>
                </a:solidFill>
                <a:latin typeface="PingFang SC" panose="020B0400000000000000" charset="-122"/>
                <a:ea typeface="PingFang SC" panose="020B0400000000000000" charset="-122"/>
                <a:cs typeface="PingFang SC" panose="020B0400000000000000" charset="-122"/>
              </a:defRPr>
            </a:lvl3pPr>
            <a:lvl4pPr>
              <a:defRPr sz="3300" b="1">
                <a:solidFill>
                  <a:srgbClr val="16243B"/>
                </a:solidFill>
                <a:latin typeface="PingFang SC" panose="020B0400000000000000" charset="-122"/>
                <a:ea typeface="PingFang SC" panose="020B0400000000000000" charset="-122"/>
                <a:cs typeface="PingFang SC" panose="020B0400000000000000" charset="-122"/>
              </a:defRPr>
            </a:lvl4pPr>
            <a:lvl5pPr>
              <a:defRPr sz="3300" b="1">
                <a:solidFill>
                  <a:srgbClr val="16243B"/>
                </a:solidFill>
                <a:latin typeface="PingFang SC" panose="020B0400000000000000" charset="-122"/>
                <a:ea typeface="PingFang SC" panose="020B0400000000000000" charset="-122"/>
                <a:cs typeface="PingFang SC" panose="020B0400000000000000" charset="-122"/>
              </a:defRPr>
            </a:lvl5pPr>
            <a:lvl6pPr>
              <a:defRPr sz="3300" b="1">
                <a:solidFill>
                  <a:srgbClr val="16243B"/>
                </a:solidFill>
                <a:latin typeface="PingFang SC" panose="020B0400000000000000" charset="-122"/>
                <a:ea typeface="PingFang SC" panose="020B0400000000000000" charset="-122"/>
                <a:cs typeface="PingFang SC" panose="020B0400000000000000" charset="-122"/>
              </a:defRPr>
            </a:lvl6pPr>
            <a:lvl7pPr>
              <a:defRPr sz="3300" b="1">
                <a:solidFill>
                  <a:srgbClr val="16243B"/>
                </a:solidFill>
                <a:latin typeface="PingFang SC" panose="020B0400000000000000" charset="-122"/>
                <a:ea typeface="PingFang SC" panose="020B0400000000000000" charset="-122"/>
                <a:cs typeface="PingFang SC" panose="020B0400000000000000" charset="-122"/>
              </a:defRPr>
            </a:lvl7pPr>
            <a:lvl8pPr>
              <a:defRPr sz="3300" b="1">
                <a:solidFill>
                  <a:srgbClr val="16243B"/>
                </a:solidFill>
                <a:latin typeface="PingFang SC" panose="020B0400000000000000" charset="-122"/>
                <a:ea typeface="PingFang SC" panose="020B0400000000000000" charset="-122"/>
                <a:cs typeface="PingFang SC" panose="020B0400000000000000" charset="-122"/>
              </a:defRPr>
            </a:lvl8pPr>
            <a:lvl9pPr>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问题试听：直接听两句话的连接处</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pic>
        <p:nvPicPr>
          <p:cNvPr id="2" name="图片 1"/>
          <p:cNvPicPr>
            <a:picLocks noChangeAspect="1"/>
          </p:cNvPicPr>
          <p:nvPr/>
        </p:nvPicPr>
        <p:blipFill>
          <a:blip r:embed="rId1"/>
          <a:srcRect l="12121" t="32915" r="13939" b="32602"/>
          <a:stretch>
            <a:fillRect/>
          </a:stretch>
        </p:blipFill>
        <p:spPr>
          <a:xfrm>
            <a:off x="609600" y="1762125"/>
            <a:ext cx="7143750" cy="3867150"/>
          </a:xfrm>
          <a:prstGeom prst="rect">
            <a:avLst/>
          </a:prstGeom>
        </p:spPr>
      </p:pic>
      <p:sp>
        <p:nvSpPr>
          <p:cNvPr id="3" name="矩形 2"/>
          <p:cNvSpPr>
            <a:spLocks noGrp="1"/>
          </p:cNvSpPr>
          <p:nvPr/>
        </p:nvSpPr>
        <p:spPr>
          <a:xfrm>
            <a:off x="8096250" y="1743075"/>
            <a:ext cx="3486150" cy="400050"/>
          </a:xfrm>
          <a:prstGeom prst="rect">
            <a:avLst/>
          </a:prstGeom>
          <a:noFill/>
          <a:ln w="0">
            <a:noFill/>
          </a:ln>
        </p:spPr>
        <p:txBody>
          <a:bodyPr lIns="0" tIns="0" rIns="0" bIns="0"/>
          <a:lstStyle>
            <a:defPPr>
              <a:defRPr sz="2175" b="1">
                <a:solidFill>
                  <a:srgbClr val="245BDD"/>
                </a:solidFill>
                <a:latin typeface="PingFang SC" panose="020B0400000000000000" charset="-122"/>
                <a:ea typeface="PingFang SC" panose="020B0400000000000000" charset="-122"/>
                <a:cs typeface="PingFang SC" panose="020B0400000000000000" charset="-122"/>
              </a:defRPr>
            </a:defPPr>
            <a:lvl1pPr>
              <a:defRPr sz="2175" b="1">
                <a:solidFill>
                  <a:srgbClr val="245BDD"/>
                </a:solidFill>
                <a:latin typeface="PingFang SC" panose="020B0400000000000000" charset="-122"/>
                <a:ea typeface="PingFang SC" panose="020B0400000000000000" charset="-122"/>
                <a:cs typeface="PingFang SC" panose="020B0400000000000000" charset="-122"/>
              </a:defRPr>
            </a:lvl1pPr>
            <a:lvl2pPr>
              <a:defRPr sz="2175" b="1">
                <a:solidFill>
                  <a:srgbClr val="245BDD"/>
                </a:solidFill>
                <a:latin typeface="PingFang SC" panose="020B0400000000000000" charset="-122"/>
                <a:ea typeface="PingFang SC" panose="020B0400000000000000" charset="-122"/>
                <a:cs typeface="PingFang SC" panose="020B0400000000000000" charset="-122"/>
              </a:defRPr>
            </a:lvl2pPr>
            <a:lvl3pPr>
              <a:defRPr sz="2175" b="1">
                <a:solidFill>
                  <a:srgbClr val="245BDD"/>
                </a:solidFill>
                <a:latin typeface="PingFang SC" panose="020B0400000000000000" charset="-122"/>
                <a:ea typeface="PingFang SC" panose="020B0400000000000000" charset="-122"/>
                <a:cs typeface="PingFang SC" panose="020B0400000000000000" charset="-122"/>
              </a:defRPr>
            </a:lvl3pPr>
            <a:lvl4pPr>
              <a:defRPr sz="2175" b="1">
                <a:solidFill>
                  <a:srgbClr val="245BDD"/>
                </a:solidFill>
                <a:latin typeface="PingFang SC" panose="020B0400000000000000" charset="-122"/>
                <a:ea typeface="PingFang SC" panose="020B0400000000000000" charset="-122"/>
                <a:cs typeface="PingFang SC" panose="020B0400000000000000" charset="-122"/>
              </a:defRPr>
            </a:lvl4pPr>
            <a:lvl5pPr>
              <a:defRPr sz="2175" b="1">
                <a:solidFill>
                  <a:srgbClr val="245BDD"/>
                </a:solidFill>
                <a:latin typeface="PingFang SC" panose="020B0400000000000000" charset="-122"/>
                <a:ea typeface="PingFang SC" panose="020B0400000000000000" charset="-122"/>
                <a:cs typeface="PingFang SC" panose="020B0400000000000000" charset="-122"/>
              </a:defRPr>
            </a:lvl5pPr>
            <a:lvl6pPr>
              <a:defRPr sz="2175" b="1">
                <a:solidFill>
                  <a:srgbClr val="245BDD"/>
                </a:solidFill>
                <a:latin typeface="PingFang SC" panose="020B0400000000000000" charset="-122"/>
                <a:ea typeface="PingFang SC" panose="020B0400000000000000" charset="-122"/>
                <a:cs typeface="PingFang SC" panose="020B0400000000000000" charset="-122"/>
              </a:defRPr>
            </a:lvl6pPr>
            <a:lvl7pPr>
              <a:defRPr sz="2175" b="1">
                <a:solidFill>
                  <a:srgbClr val="245BDD"/>
                </a:solidFill>
                <a:latin typeface="PingFang SC" panose="020B0400000000000000" charset="-122"/>
                <a:ea typeface="PingFang SC" panose="020B0400000000000000" charset="-122"/>
                <a:cs typeface="PingFang SC" panose="020B0400000000000000" charset="-122"/>
              </a:defRPr>
            </a:lvl7pPr>
            <a:lvl8pPr>
              <a:defRPr sz="2175" b="1">
                <a:solidFill>
                  <a:srgbClr val="245BDD"/>
                </a:solidFill>
                <a:latin typeface="PingFang SC" panose="020B0400000000000000" charset="-122"/>
                <a:ea typeface="PingFang SC" panose="020B0400000000000000" charset="-122"/>
                <a:cs typeface="PingFang SC" panose="020B0400000000000000" charset="-122"/>
              </a:defRPr>
            </a:lvl8pPr>
            <a:lvl9pPr>
              <a:defRPr sz="2175" b="1">
                <a:solidFill>
                  <a:srgbClr val="245BDD"/>
                </a:solidFill>
                <a:latin typeface="PingFang SC" panose="020B0400000000000000" charset="-122"/>
                <a:ea typeface="PingFang SC" panose="020B0400000000000000" charset="-122"/>
                <a:cs typeface="PingFang SC" panose="020B0400000000000000" charset="-122"/>
              </a:defRPr>
            </a:lvl9pPr>
          </a:lstStyle>
          <a:p>
            <a:pPr>
              <a:defRPr sz="2175" b="1">
                <a:solidFill>
                  <a:srgbClr val="245BDD"/>
                </a:solidFill>
                <a:latin typeface="PingFang SC" panose="020B0400000000000000" charset="-122"/>
                <a:ea typeface="PingFang SC" panose="020B0400000000000000" charset="-122"/>
                <a:cs typeface="PingFang SC" panose="020B0400000000000000" charset="-122"/>
              </a:defRPr>
            </a:pPr>
            <a:r>
              <a:rPr sz="2175" b="1">
                <a:solidFill>
                  <a:srgbClr val="245BDD"/>
                </a:solidFill>
                <a:latin typeface="PingFang SC" panose="020B0400000000000000" charset="-122"/>
                <a:ea typeface="PingFang SC" panose="020B0400000000000000" charset="-122"/>
                <a:cs typeface="PingFang SC" panose="020B0400000000000000" charset="-122"/>
              </a:rPr>
              <a:t>从编号找到对应录音</a:t>
            </a:r>
            <a:endParaRPr sz="21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8096250" y="2200275"/>
            <a:ext cx="3486150" cy="1095375"/>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defRPr sz="2025" b="0">
                <a:solidFill>
                  <a:srgbClr val="53627A"/>
                </a:solidFill>
                <a:latin typeface="PingFang SC" panose="020B0400000000000000" charset="-122"/>
                <a:ea typeface="PingFang SC" panose="020B0400000000000000" charset="-122"/>
                <a:cs typeface="PingFang SC" panose="020B0400000000000000" charset="-122"/>
              </a:defRPr>
            </a:lvl1pPr>
            <a:lvl2pPr>
              <a:defRPr sz="2025" b="0">
                <a:solidFill>
                  <a:srgbClr val="53627A"/>
                </a:solidFill>
                <a:latin typeface="PingFang SC" panose="020B0400000000000000" charset="-122"/>
                <a:ea typeface="PingFang SC" panose="020B0400000000000000" charset="-122"/>
                <a:cs typeface="PingFang SC" panose="020B0400000000000000" charset="-122"/>
              </a:defRPr>
            </a:lvl2pPr>
            <a:lvl3pPr>
              <a:defRPr sz="2025" b="0">
                <a:solidFill>
                  <a:srgbClr val="53627A"/>
                </a:solidFill>
                <a:latin typeface="PingFang SC" panose="020B0400000000000000" charset="-122"/>
                <a:ea typeface="PingFang SC" panose="020B0400000000000000" charset="-122"/>
                <a:cs typeface="PingFang SC" panose="020B0400000000000000" charset="-122"/>
              </a:defRPr>
            </a:lvl3pPr>
            <a:lvl4pPr>
              <a:defRPr sz="2025" b="0">
                <a:solidFill>
                  <a:srgbClr val="53627A"/>
                </a:solidFill>
                <a:latin typeface="PingFang SC" panose="020B0400000000000000" charset="-122"/>
                <a:ea typeface="PingFang SC" panose="020B0400000000000000" charset="-122"/>
                <a:cs typeface="PingFang SC" panose="020B0400000000000000" charset="-122"/>
              </a:defRPr>
            </a:lvl4pPr>
            <a:lvl5pPr>
              <a:defRPr sz="2025" b="0">
                <a:solidFill>
                  <a:srgbClr val="53627A"/>
                </a:solidFill>
                <a:latin typeface="PingFang SC" panose="020B0400000000000000" charset="-122"/>
                <a:ea typeface="PingFang SC" panose="020B0400000000000000" charset="-122"/>
                <a:cs typeface="PingFang SC" panose="020B0400000000000000" charset="-122"/>
              </a:defRPr>
            </a:lvl5pPr>
            <a:lvl6pPr>
              <a:defRPr sz="2025" b="0">
                <a:solidFill>
                  <a:srgbClr val="53627A"/>
                </a:solidFill>
                <a:latin typeface="PingFang SC" panose="020B0400000000000000" charset="-122"/>
                <a:ea typeface="PingFang SC" panose="020B0400000000000000" charset="-122"/>
                <a:cs typeface="PingFang SC" panose="020B0400000000000000" charset="-122"/>
              </a:defRPr>
            </a:lvl6pPr>
            <a:lvl7pPr>
              <a:defRPr sz="2025" b="0">
                <a:solidFill>
                  <a:srgbClr val="53627A"/>
                </a:solidFill>
                <a:latin typeface="PingFang SC" panose="020B0400000000000000" charset="-122"/>
                <a:ea typeface="PingFang SC" panose="020B0400000000000000" charset="-122"/>
                <a:cs typeface="PingFang SC" panose="020B0400000000000000" charset="-122"/>
              </a:defRPr>
            </a:lvl7pPr>
            <a:lvl8pPr>
              <a:defRPr sz="2025" b="0">
                <a:solidFill>
                  <a:srgbClr val="53627A"/>
                </a:solidFill>
                <a:latin typeface="PingFang SC" panose="020B0400000000000000" charset="-122"/>
                <a:ea typeface="PingFang SC" panose="020B0400000000000000" charset="-122"/>
                <a:cs typeface="PingFang SC" panose="020B0400000000000000" charset="-122"/>
              </a:defRPr>
            </a:lvl8pPr>
            <a:lvl9pPr>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选择问题片段或拼接处后，</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下方加载相关的音频。</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8096250" y="3448050"/>
            <a:ext cx="3486150" cy="400050"/>
          </a:xfrm>
          <a:prstGeom prst="rect">
            <a:avLst/>
          </a:prstGeom>
          <a:noFill/>
          <a:ln w="0">
            <a:noFill/>
          </a:ln>
        </p:spPr>
        <p:txBody>
          <a:bodyPr lIns="0" tIns="0" rIns="0" bIns="0"/>
          <a:lstStyle>
            <a:defPPr>
              <a:defRPr sz="2175" b="1">
                <a:solidFill>
                  <a:srgbClr val="245BDD"/>
                </a:solidFill>
                <a:latin typeface="PingFang SC" panose="020B0400000000000000" charset="-122"/>
                <a:ea typeface="PingFang SC" panose="020B0400000000000000" charset="-122"/>
                <a:cs typeface="PingFang SC" panose="020B0400000000000000" charset="-122"/>
              </a:defRPr>
            </a:defPPr>
            <a:lvl1pPr>
              <a:defRPr sz="2175" b="1">
                <a:solidFill>
                  <a:srgbClr val="245BDD"/>
                </a:solidFill>
                <a:latin typeface="PingFang SC" panose="020B0400000000000000" charset="-122"/>
                <a:ea typeface="PingFang SC" panose="020B0400000000000000" charset="-122"/>
                <a:cs typeface="PingFang SC" panose="020B0400000000000000" charset="-122"/>
              </a:defRPr>
            </a:lvl1pPr>
            <a:lvl2pPr>
              <a:defRPr sz="2175" b="1">
                <a:solidFill>
                  <a:srgbClr val="245BDD"/>
                </a:solidFill>
                <a:latin typeface="PingFang SC" panose="020B0400000000000000" charset="-122"/>
                <a:ea typeface="PingFang SC" panose="020B0400000000000000" charset="-122"/>
                <a:cs typeface="PingFang SC" panose="020B0400000000000000" charset="-122"/>
              </a:defRPr>
            </a:lvl2pPr>
            <a:lvl3pPr>
              <a:defRPr sz="2175" b="1">
                <a:solidFill>
                  <a:srgbClr val="245BDD"/>
                </a:solidFill>
                <a:latin typeface="PingFang SC" panose="020B0400000000000000" charset="-122"/>
                <a:ea typeface="PingFang SC" panose="020B0400000000000000" charset="-122"/>
                <a:cs typeface="PingFang SC" panose="020B0400000000000000" charset="-122"/>
              </a:defRPr>
            </a:lvl3pPr>
            <a:lvl4pPr>
              <a:defRPr sz="2175" b="1">
                <a:solidFill>
                  <a:srgbClr val="245BDD"/>
                </a:solidFill>
                <a:latin typeface="PingFang SC" panose="020B0400000000000000" charset="-122"/>
                <a:ea typeface="PingFang SC" panose="020B0400000000000000" charset="-122"/>
                <a:cs typeface="PingFang SC" panose="020B0400000000000000" charset="-122"/>
              </a:defRPr>
            </a:lvl4pPr>
            <a:lvl5pPr>
              <a:defRPr sz="2175" b="1">
                <a:solidFill>
                  <a:srgbClr val="245BDD"/>
                </a:solidFill>
                <a:latin typeface="PingFang SC" panose="020B0400000000000000" charset="-122"/>
                <a:ea typeface="PingFang SC" panose="020B0400000000000000" charset="-122"/>
                <a:cs typeface="PingFang SC" panose="020B0400000000000000" charset="-122"/>
              </a:defRPr>
            </a:lvl5pPr>
            <a:lvl6pPr>
              <a:defRPr sz="2175" b="1">
                <a:solidFill>
                  <a:srgbClr val="245BDD"/>
                </a:solidFill>
                <a:latin typeface="PingFang SC" panose="020B0400000000000000" charset="-122"/>
                <a:ea typeface="PingFang SC" panose="020B0400000000000000" charset="-122"/>
                <a:cs typeface="PingFang SC" panose="020B0400000000000000" charset="-122"/>
              </a:defRPr>
            </a:lvl6pPr>
            <a:lvl7pPr>
              <a:defRPr sz="2175" b="1">
                <a:solidFill>
                  <a:srgbClr val="245BDD"/>
                </a:solidFill>
                <a:latin typeface="PingFang SC" panose="020B0400000000000000" charset="-122"/>
                <a:ea typeface="PingFang SC" panose="020B0400000000000000" charset="-122"/>
                <a:cs typeface="PingFang SC" panose="020B0400000000000000" charset="-122"/>
              </a:defRPr>
            </a:lvl7pPr>
            <a:lvl8pPr>
              <a:defRPr sz="2175" b="1">
                <a:solidFill>
                  <a:srgbClr val="245BDD"/>
                </a:solidFill>
                <a:latin typeface="PingFang SC" panose="020B0400000000000000" charset="-122"/>
                <a:ea typeface="PingFang SC" panose="020B0400000000000000" charset="-122"/>
                <a:cs typeface="PingFang SC" panose="020B0400000000000000" charset="-122"/>
              </a:defRPr>
            </a:lvl8pPr>
            <a:lvl9pPr>
              <a:defRPr sz="2175" b="1">
                <a:solidFill>
                  <a:srgbClr val="245BDD"/>
                </a:solidFill>
                <a:latin typeface="PingFang SC" panose="020B0400000000000000" charset="-122"/>
                <a:ea typeface="PingFang SC" panose="020B0400000000000000" charset="-122"/>
                <a:cs typeface="PingFang SC" panose="020B0400000000000000" charset="-122"/>
              </a:defRPr>
            </a:lvl9pPr>
          </a:lstStyle>
          <a:p>
            <a:pPr>
              <a:defRPr sz="2175" b="1">
                <a:solidFill>
                  <a:srgbClr val="245BDD"/>
                </a:solidFill>
                <a:latin typeface="PingFang SC" panose="020B0400000000000000" charset="-122"/>
                <a:ea typeface="PingFang SC" panose="020B0400000000000000" charset="-122"/>
                <a:cs typeface="PingFang SC" panose="020B0400000000000000" charset="-122"/>
              </a:defRPr>
            </a:pPr>
            <a:r>
              <a:rPr sz="2175" b="1">
                <a:solidFill>
                  <a:srgbClr val="245BDD"/>
                </a:solidFill>
                <a:latin typeface="PingFang SC" panose="020B0400000000000000" charset="-122"/>
                <a:ea typeface="PingFang SC" panose="020B0400000000000000" charset="-122"/>
                <a:cs typeface="PingFang SC" panose="020B0400000000000000" charset="-122"/>
              </a:rPr>
              <a:t>实际例子 J076</a:t>
            </a:r>
            <a:endParaRPr sz="21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6" name="矩形 5"/>
          <p:cNvSpPr>
            <a:spLocks noGrp="1"/>
          </p:cNvSpPr>
          <p:nvPr/>
        </p:nvSpPr>
        <p:spPr>
          <a:xfrm>
            <a:off x="8096250" y="3905250"/>
            <a:ext cx="3486150" cy="1095375"/>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defRPr sz="2025" b="0">
                <a:solidFill>
                  <a:srgbClr val="53627A"/>
                </a:solidFill>
                <a:latin typeface="PingFang SC" panose="020B0400000000000000" charset="-122"/>
                <a:ea typeface="PingFang SC" panose="020B0400000000000000" charset="-122"/>
                <a:cs typeface="PingFang SC" panose="020B0400000000000000" charset="-122"/>
              </a:defRPr>
            </a:lvl1pPr>
            <a:lvl2pPr>
              <a:defRPr sz="2025" b="0">
                <a:solidFill>
                  <a:srgbClr val="53627A"/>
                </a:solidFill>
                <a:latin typeface="PingFang SC" panose="020B0400000000000000" charset="-122"/>
                <a:ea typeface="PingFang SC" panose="020B0400000000000000" charset="-122"/>
                <a:cs typeface="PingFang SC" panose="020B0400000000000000" charset="-122"/>
              </a:defRPr>
            </a:lvl2pPr>
            <a:lvl3pPr>
              <a:defRPr sz="2025" b="0">
                <a:solidFill>
                  <a:srgbClr val="53627A"/>
                </a:solidFill>
                <a:latin typeface="PingFang SC" panose="020B0400000000000000" charset="-122"/>
                <a:ea typeface="PingFang SC" panose="020B0400000000000000" charset="-122"/>
                <a:cs typeface="PingFang SC" panose="020B0400000000000000" charset="-122"/>
              </a:defRPr>
            </a:lvl3pPr>
            <a:lvl4pPr>
              <a:defRPr sz="2025" b="0">
                <a:solidFill>
                  <a:srgbClr val="53627A"/>
                </a:solidFill>
                <a:latin typeface="PingFang SC" panose="020B0400000000000000" charset="-122"/>
                <a:ea typeface="PingFang SC" panose="020B0400000000000000" charset="-122"/>
                <a:cs typeface="PingFang SC" panose="020B0400000000000000" charset="-122"/>
              </a:defRPr>
            </a:lvl4pPr>
            <a:lvl5pPr>
              <a:defRPr sz="2025" b="0">
                <a:solidFill>
                  <a:srgbClr val="53627A"/>
                </a:solidFill>
                <a:latin typeface="PingFang SC" panose="020B0400000000000000" charset="-122"/>
                <a:ea typeface="PingFang SC" panose="020B0400000000000000" charset="-122"/>
                <a:cs typeface="PingFang SC" panose="020B0400000000000000" charset="-122"/>
              </a:defRPr>
            </a:lvl5pPr>
            <a:lvl6pPr>
              <a:defRPr sz="2025" b="0">
                <a:solidFill>
                  <a:srgbClr val="53627A"/>
                </a:solidFill>
                <a:latin typeface="PingFang SC" panose="020B0400000000000000" charset="-122"/>
                <a:ea typeface="PingFang SC" panose="020B0400000000000000" charset="-122"/>
                <a:cs typeface="PingFang SC" panose="020B0400000000000000" charset="-122"/>
              </a:defRPr>
            </a:lvl6pPr>
            <a:lvl7pPr>
              <a:defRPr sz="2025" b="0">
                <a:solidFill>
                  <a:srgbClr val="53627A"/>
                </a:solidFill>
                <a:latin typeface="PingFang SC" panose="020B0400000000000000" charset="-122"/>
                <a:ea typeface="PingFang SC" panose="020B0400000000000000" charset="-122"/>
                <a:cs typeface="PingFang SC" panose="020B0400000000000000" charset="-122"/>
              </a:defRPr>
            </a:lvl7pPr>
            <a:lvl8pPr>
              <a:defRPr sz="2025" b="0">
                <a:solidFill>
                  <a:srgbClr val="53627A"/>
                </a:solidFill>
                <a:latin typeface="PingFang SC" panose="020B0400000000000000" charset="-122"/>
                <a:ea typeface="PingFang SC" panose="020B0400000000000000" charset="-122"/>
                <a:cs typeface="PingFang SC" panose="020B0400000000000000" charset="-122"/>
              </a:defRPr>
            </a:lvl8pPr>
            <a:lvl9pPr>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同学的话接到下一段旁白。</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听两侧声音，判断停顿</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是否自然，再决定要不要改。</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7" name="矩形 6"/>
          <p:cNvSpPr>
            <a:spLocks noGrp="1"/>
          </p:cNvSpPr>
          <p:nvPr/>
        </p:nvSpPr>
        <p:spPr>
          <a:xfrm>
            <a:off x="609600" y="6124575"/>
            <a:ext cx="10382250" cy="38100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defRPr sz="1350" b="0">
                <a:solidFill>
                  <a:srgbClr val="53627A"/>
                </a:solidFill>
                <a:latin typeface="PingFang SC" panose="020B0400000000000000" charset="-122"/>
                <a:ea typeface="PingFang SC" panose="020B0400000000000000" charset="-122"/>
                <a:cs typeface="PingFang SC" panose="020B0400000000000000" charset="-122"/>
              </a:defRPr>
            </a:lvl1pPr>
            <a:lvl2pPr>
              <a:defRPr sz="1350" b="0">
                <a:solidFill>
                  <a:srgbClr val="53627A"/>
                </a:solidFill>
                <a:latin typeface="PingFang SC" panose="020B0400000000000000" charset="-122"/>
                <a:ea typeface="PingFang SC" panose="020B0400000000000000" charset="-122"/>
                <a:cs typeface="PingFang SC" panose="020B0400000000000000" charset="-122"/>
              </a:defRPr>
            </a:lvl2pPr>
            <a:lvl3pPr>
              <a:defRPr sz="1350" b="0">
                <a:solidFill>
                  <a:srgbClr val="53627A"/>
                </a:solidFill>
                <a:latin typeface="PingFang SC" panose="020B0400000000000000" charset="-122"/>
                <a:ea typeface="PingFang SC" panose="020B0400000000000000" charset="-122"/>
                <a:cs typeface="PingFang SC" panose="020B0400000000000000" charset="-122"/>
              </a:defRPr>
            </a:lvl3pPr>
            <a:lvl4pPr>
              <a:defRPr sz="1350" b="0">
                <a:solidFill>
                  <a:srgbClr val="53627A"/>
                </a:solidFill>
                <a:latin typeface="PingFang SC" panose="020B0400000000000000" charset="-122"/>
                <a:ea typeface="PingFang SC" panose="020B0400000000000000" charset="-122"/>
                <a:cs typeface="PingFang SC" panose="020B0400000000000000" charset="-122"/>
              </a:defRPr>
            </a:lvl4pPr>
            <a:lvl5pPr>
              <a:defRPr sz="1350" b="0">
                <a:solidFill>
                  <a:srgbClr val="53627A"/>
                </a:solidFill>
                <a:latin typeface="PingFang SC" panose="020B0400000000000000" charset="-122"/>
                <a:ea typeface="PingFang SC" panose="020B0400000000000000" charset="-122"/>
                <a:cs typeface="PingFang SC" panose="020B0400000000000000" charset="-122"/>
              </a:defRPr>
            </a:lvl5pPr>
            <a:lvl6pPr>
              <a:defRPr sz="1350" b="0">
                <a:solidFill>
                  <a:srgbClr val="53627A"/>
                </a:solidFill>
                <a:latin typeface="PingFang SC" panose="020B0400000000000000" charset="-122"/>
                <a:ea typeface="PingFang SC" panose="020B0400000000000000" charset="-122"/>
                <a:cs typeface="PingFang SC" panose="020B0400000000000000" charset="-122"/>
              </a:defRPr>
            </a:lvl6pPr>
            <a:lvl7pPr>
              <a:defRPr sz="1350" b="0">
                <a:solidFill>
                  <a:srgbClr val="53627A"/>
                </a:solidFill>
                <a:latin typeface="PingFang SC" panose="020B0400000000000000" charset="-122"/>
                <a:ea typeface="PingFang SC" panose="020B0400000000000000" charset="-122"/>
                <a:cs typeface="PingFang SC" panose="020B0400000000000000" charset="-122"/>
              </a:defRPr>
            </a:lvl7pPr>
            <a:lvl8pPr>
              <a:defRPr sz="1350" b="0">
                <a:solidFill>
                  <a:srgbClr val="53627A"/>
                </a:solidFill>
                <a:latin typeface="PingFang SC" panose="020B0400000000000000" charset="-122"/>
                <a:ea typeface="PingFang SC" panose="020B0400000000000000" charset="-122"/>
                <a:cs typeface="PingFang SC" panose="020B0400000000000000" charset="-122"/>
              </a:defRPr>
            </a:lvl8pPr>
            <a:lvl9pPr>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可试听或下载问题上下文，也能下载完整报告，保留后续复核所需的依据</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8" name="矩形 7"/>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defRPr sz="1275" b="0">
                <a:solidFill>
                  <a:srgbClr val="53627A"/>
                </a:solidFill>
                <a:latin typeface="PingFang SC" panose="020B0400000000000000" charset="-122"/>
                <a:ea typeface="PingFang SC" panose="020B0400000000000000" charset="-122"/>
                <a:cs typeface="PingFang SC" panose="020B0400000000000000" charset="-122"/>
              </a:defRPr>
            </a:lvl1pPr>
            <a:lvl2pPr>
              <a:defRPr sz="1275" b="0">
                <a:solidFill>
                  <a:srgbClr val="53627A"/>
                </a:solidFill>
                <a:latin typeface="PingFang SC" panose="020B0400000000000000" charset="-122"/>
                <a:ea typeface="PingFang SC" panose="020B0400000000000000" charset="-122"/>
                <a:cs typeface="PingFang SC" panose="020B0400000000000000" charset="-122"/>
              </a:defRPr>
            </a:lvl2pPr>
            <a:lvl3pPr>
              <a:defRPr sz="1275" b="0">
                <a:solidFill>
                  <a:srgbClr val="53627A"/>
                </a:solidFill>
                <a:latin typeface="PingFang SC" panose="020B0400000000000000" charset="-122"/>
                <a:ea typeface="PingFang SC" panose="020B0400000000000000" charset="-122"/>
                <a:cs typeface="PingFang SC" panose="020B0400000000000000" charset="-122"/>
              </a:defRPr>
            </a:lvl3pPr>
            <a:lvl4pPr>
              <a:defRPr sz="1275" b="0">
                <a:solidFill>
                  <a:srgbClr val="53627A"/>
                </a:solidFill>
                <a:latin typeface="PingFang SC" panose="020B0400000000000000" charset="-122"/>
                <a:ea typeface="PingFang SC" panose="020B0400000000000000" charset="-122"/>
                <a:cs typeface="PingFang SC" panose="020B0400000000000000" charset="-122"/>
              </a:defRPr>
            </a:lvl4pPr>
            <a:lvl5pPr>
              <a:defRPr sz="1275" b="0">
                <a:solidFill>
                  <a:srgbClr val="53627A"/>
                </a:solidFill>
                <a:latin typeface="PingFang SC" panose="020B0400000000000000" charset="-122"/>
                <a:ea typeface="PingFang SC" panose="020B0400000000000000" charset="-122"/>
                <a:cs typeface="PingFang SC" panose="020B0400000000000000" charset="-122"/>
              </a:defRPr>
            </a:lvl5pPr>
            <a:lvl6pPr>
              <a:defRPr sz="1275" b="0">
                <a:solidFill>
                  <a:srgbClr val="53627A"/>
                </a:solidFill>
                <a:latin typeface="PingFang SC" panose="020B0400000000000000" charset="-122"/>
                <a:ea typeface="PingFang SC" panose="020B0400000000000000" charset="-122"/>
                <a:cs typeface="PingFang SC" panose="020B0400000000000000" charset="-122"/>
              </a:defRPr>
            </a:lvl6pPr>
            <a:lvl7pPr>
              <a:defRPr sz="1275" b="0">
                <a:solidFill>
                  <a:srgbClr val="53627A"/>
                </a:solidFill>
                <a:latin typeface="PingFang SC" panose="020B0400000000000000" charset="-122"/>
                <a:ea typeface="PingFang SC" panose="020B0400000000000000" charset="-122"/>
                <a:cs typeface="PingFang SC" panose="020B0400000000000000" charset="-122"/>
              </a:defRPr>
            </a:lvl7pPr>
            <a:lvl8pPr>
              <a:defRPr sz="1275" b="0">
                <a:solidFill>
                  <a:srgbClr val="53627A"/>
                </a:solidFill>
                <a:latin typeface="PingFang SC" panose="020B0400000000000000" charset="-122"/>
                <a:ea typeface="PingFang SC" panose="020B0400000000000000" charset="-122"/>
                <a:cs typeface="PingFang SC" panose="020B0400000000000000" charset="-122"/>
              </a:defRPr>
            </a:lvl8pPr>
            <a:lvl9pPr>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27</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cxnSp>
        <p:nvCxnSpPr>
          <p:cNvPr id="8" name="直接箭头连接符 7"/>
          <p:cNvCxnSpPr>
            <a:stCxn id="5" idx="3"/>
            <a:endCxn id="6" idx="1"/>
          </p:cNvCxnSpPr>
          <p:nvPr/>
        </p:nvCxnSpPr>
        <p:spPr>
          <a:xfrm>
            <a:off x="7477125" y="3171825"/>
            <a:ext cx="1343025" cy="0"/>
          </a:xfrm>
          <a:prstGeom prst="straightConnector1">
            <a:avLst/>
          </a:prstGeom>
          <a:ln w="23813">
            <a:solidFill>
              <a:srgbClr val="245BDD"/>
            </a:solidFill>
            <a:tailEnd type="triangle" w="med" len="med"/>
          </a:ln>
        </p:spPr>
      </p:cxnSp>
      <p:cxnSp>
        <p:nvCxnSpPr>
          <p:cNvPr id="7" name="直接箭头连接符 6"/>
          <p:cNvCxnSpPr>
            <a:stCxn id="4" idx="3"/>
            <a:endCxn id="5" idx="1"/>
          </p:cNvCxnSpPr>
          <p:nvPr/>
        </p:nvCxnSpPr>
        <p:spPr>
          <a:xfrm>
            <a:off x="3371850" y="3171825"/>
            <a:ext cx="1343025" cy="0"/>
          </a:xfrm>
          <a:prstGeom prst="straightConnector1">
            <a:avLst/>
          </a:prstGeom>
          <a:ln w="23813">
            <a:solidFill>
              <a:srgbClr val="245BDD"/>
            </a:solidFill>
            <a:tailEnd type="triangle" w="med" len="med"/>
          </a:ln>
        </p:spPr>
      </p:cxnSp>
      <p:sp>
        <p:nvSpPr>
          <p:cNvPr id="12" name="矩形 11"/>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怎么控制重试：给制作过程设一个上限</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28</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3" name="矩形 2"/>
          <p:cNvSpPr>
            <a:spLocks noGrp="1"/>
          </p:cNvSpPr>
          <p:nvPr/>
        </p:nvSpPr>
        <p:spPr>
          <a:xfrm>
            <a:off x="609600" y="1647825"/>
            <a:ext cx="10953750" cy="609600"/>
          </a:xfrm>
          <a:prstGeom prst="rect">
            <a:avLst/>
          </a:prstGeom>
          <a:noFill/>
          <a:ln w="0">
            <a:noFill/>
          </a:ln>
        </p:spPr>
        <p:txBody>
          <a:bodyPr lIns="0" tIns="0" rIns="0" bIns="0"/>
          <a:lstStyle>
            <a:defPPr>
              <a:defRPr sz="2250" b="1">
                <a:solidFill>
                  <a:srgbClr val="245BDD"/>
                </a:solidFill>
                <a:latin typeface="PingFang SC" panose="020B0400000000000000" charset="-122"/>
                <a:ea typeface="PingFang SC" panose="020B0400000000000000" charset="-122"/>
                <a:cs typeface="PingFang SC" panose="020B0400000000000000" charset="-122"/>
              </a:defRPr>
            </a:defPPr>
            <a:lvl1pPr>
              <a:buNone/>
              <a:defRPr sz="22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2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2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2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2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2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2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2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2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250" b="1">
                <a:solidFill>
                  <a:srgbClr val="245BDD"/>
                </a:solidFill>
                <a:latin typeface="PingFang SC" panose="020B0400000000000000" charset="-122"/>
                <a:ea typeface="PingFang SC" panose="020B0400000000000000" charset="-122"/>
                <a:cs typeface="PingFang SC" panose="020B0400000000000000" charset="-122"/>
              </a:defRPr>
            </a:pPr>
            <a:r>
              <a:rPr sz="2250" b="1">
                <a:solidFill>
                  <a:srgbClr val="245BDD"/>
                </a:solidFill>
                <a:latin typeface="PingFang SC" panose="020B0400000000000000" charset="-122"/>
                <a:ea typeface="PingFang SC" panose="020B0400000000000000" charset="-122"/>
                <a:cs typeface="PingFang SC" panose="020B0400000000000000" charset="-122"/>
              </a:rPr>
              <a:t>事先设好：最多请求几次、修几次、补读多少字、用多长时间</a:t>
            </a:r>
            <a:endParaRPr sz="22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609600" y="2714625"/>
            <a:ext cx="2762250" cy="91440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确实需要重新读</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只发送问题段</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4714875" y="2714625"/>
            <a:ext cx="2762250" cy="91440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先检查剩余额度</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登记这次尝试</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6" name="矩形 5"/>
          <p:cNvSpPr>
            <a:spLocks noGrp="1"/>
          </p:cNvSpPr>
          <p:nvPr/>
        </p:nvSpPr>
        <p:spPr>
          <a:xfrm>
            <a:off x="8820150" y="2714625"/>
            <a:ext cx="2762250" cy="91440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请求语音服务</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记录成功或失败</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9" name="矩形 8"/>
          <p:cNvSpPr>
            <a:spLocks noGrp="1"/>
          </p:cNvSpPr>
          <p:nvPr/>
        </p:nvSpPr>
        <p:spPr>
          <a:xfrm>
            <a:off x="609600" y="4191000"/>
            <a:ext cx="10572750" cy="409575"/>
          </a:xfrm>
          <a:prstGeom prst="rect">
            <a:avLst/>
          </a:prstGeom>
          <a:noFill/>
          <a:ln w="0">
            <a:noFill/>
          </a:ln>
        </p:spPr>
        <p:txBody>
          <a:bodyPr lIns="0" tIns="0" rIns="0" bIns="0"/>
          <a:lstStyle>
            <a:defPPr>
              <a:defRPr sz="2250" b="1">
                <a:solidFill>
                  <a:srgbClr val="245BDD"/>
                </a:solidFill>
                <a:latin typeface="PingFang SC" panose="020B0400000000000000" charset="-122"/>
                <a:ea typeface="PingFang SC" panose="020B0400000000000000" charset="-122"/>
                <a:cs typeface="PingFang SC" panose="020B0400000000000000" charset="-122"/>
              </a:defRPr>
            </a:defPPr>
            <a:lvl1pPr>
              <a:buNone/>
              <a:defRPr sz="22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2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2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2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2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2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2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2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2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250" b="1">
                <a:solidFill>
                  <a:srgbClr val="245BDD"/>
                </a:solidFill>
                <a:latin typeface="PingFang SC" panose="020B0400000000000000" charset="-122"/>
                <a:ea typeface="PingFang SC" panose="020B0400000000000000" charset="-122"/>
                <a:cs typeface="PingFang SC" panose="020B0400000000000000" charset="-122"/>
              </a:defRPr>
            </a:pPr>
            <a:r>
              <a:rPr sz="2250" b="1">
                <a:solidFill>
                  <a:srgbClr val="245BDD"/>
                </a:solidFill>
                <a:latin typeface="PingFang SC" panose="020B0400000000000000" charset="-122"/>
                <a:ea typeface="PingFang SC" panose="020B0400000000000000" charset="-122"/>
                <a:cs typeface="PingFang SC" panose="020B0400000000000000" charset="-122"/>
              </a:rPr>
              <a:t>失败的一次也记下来</a:t>
            </a:r>
            <a:endParaRPr sz="22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10" name="矩形 9"/>
          <p:cNvSpPr>
            <a:spLocks noGrp="1"/>
          </p:cNvSpPr>
          <p:nvPr/>
        </p:nvSpPr>
        <p:spPr>
          <a:xfrm>
            <a:off x="609600" y="4657725"/>
            <a:ext cx="10572750" cy="952500"/>
          </a:xfrm>
          <a:prstGeom prst="rect">
            <a:avLst/>
          </a:prstGeom>
          <a:noFill/>
          <a:ln w="0">
            <a:noFill/>
          </a:ln>
        </p:spPr>
        <p:txBody>
          <a:bodyPr lIns="0" tIns="0" rIns="0" bIns="0"/>
          <a:lstStyle>
            <a:defPPr>
              <a:defRPr sz="2100" b="0">
                <a:solidFill>
                  <a:srgbClr val="53627A"/>
                </a:solidFill>
                <a:latin typeface="PingFang SC" panose="020B0400000000000000" charset="-122"/>
                <a:ea typeface="PingFang SC" panose="020B0400000000000000" charset="-122"/>
                <a:cs typeface="PingFang SC" panose="020B0400000000000000" charset="-122"/>
              </a:defRPr>
            </a:defPPr>
            <a:lvl1pPr>
              <a:buNone/>
              <a:defRPr sz="2100" b="0">
                <a:solidFill>
                  <a:srgbClr val="53627A"/>
                </a:solidFill>
                <a:latin typeface="PingFang SC" panose="020B0400000000000000" charset="-122"/>
                <a:ea typeface="PingFang SC" panose="020B0400000000000000" charset="-122"/>
                <a:cs typeface="PingFang SC" panose="020B0400000000000000" charset="-122"/>
              </a:defRPr>
            </a:lvl1pPr>
            <a:lvl2pPr>
              <a:buNone/>
              <a:defRPr sz="2100" b="0">
                <a:solidFill>
                  <a:srgbClr val="53627A"/>
                </a:solidFill>
                <a:latin typeface="PingFang SC" panose="020B0400000000000000" charset="-122"/>
                <a:ea typeface="PingFang SC" panose="020B0400000000000000" charset="-122"/>
                <a:cs typeface="PingFang SC" panose="020B0400000000000000" charset="-122"/>
              </a:defRPr>
            </a:lvl2pPr>
            <a:lvl3pPr>
              <a:buNone/>
              <a:defRPr sz="2100" b="0">
                <a:solidFill>
                  <a:srgbClr val="53627A"/>
                </a:solidFill>
                <a:latin typeface="PingFang SC" panose="020B0400000000000000" charset="-122"/>
                <a:ea typeface="PingFang SC" panose="020B0400000000000000" charset="-122"/>
                <a:cs typeface="PingFang SC" panose="020B0400000000000000" charset="-122"/>
              </a:defRPr>
            </a:lvl3pPr>
            <a:lvl4pPr>
              <a:buNone/>
              <a:defRPr sz="2100" b="0">
                <a:solidFill>
                  <a:srgbClr val="53627A"/>
                </a:solidFill>
                <a:latin typeface="PingFang SC" panose="020B0400000000000000" charset="-122"/>
                <a:ea typeface="PingFang SC" panose="020B0400000000000000" charset="-122"/>
                <a:cs typeface="PingFang SC" panose="020B0400000000000000" charset="-122"/>
              </a:defRPr>
            </a:lvl4pPr>
            <a:lvl5pPr>
              <a:buNone/>
              <a:defRPr sz="2100" b="0">
                <a:solidFill>
                  <a:srgbClr val="53627A"/>
                </a:solidFill>
                <a:latin typeface="PingFang SC" panose="020B0400000000000000" charset="-122"/>
                <a:ea typeface="PingFang SC" panose="020B0400000000000000" charset="-122"/>
                <a:cs typeface="PingFang SC" panose="020B0400000000000000" charset="-122"/>
              </a:defRPr>
            </a:lvl5pPr>
            <a:lvl6pPr>
              <a:buNone/>
              <a:defRPr sz="2100" b="0">
                <a:solidFill>
                  <a:srgbClr val="53627A"/>
                </a:solidFill>
                <a:latin typeface="PingFang SC" panose="020B0400000000000000" charset="-122"/>
                <a:ea typeface="PingFang SC" panose="020B0400000000000000" charset="-122"/>
                <a:cs typeface="PingFang SC" panose="020B0400000000000000" charset="-122"/>
              </a:defRPr>
            </a:lvl6pPr>
            <a:lvl7pPr>
              <a:buNone/>
              <a:defRPr sz="2100" b="0">
                <a:solidFill>
                  <a:srgbClr val="53627A"/>
                </a:solidFill>
                <a:latin typeface="PingFang SC" panose="020B0400000000000000" charset="-122"/>
                <a:ea typeface="PingFang SC" panose="020B0400000000000000" charset="-122"/>
                <a:cs typeface="PingFang SC" panose="020B0400000000000000" charset="-122"/>
              </a:defRPr>
            </a:lvl7pPr>
            <a:lvl8pPr>
              <a:buNone/>
              <a:defRPr sz="2100" b="0">
                <a:solidFill>
                  <a:srgbClr val="53627A"/>
                </a:solidFill>
                <a:latin typeface="PingFang SC" panose="020B0400000000000000" charset="-122"/>
                <a:ea typeface="PingFang SC" panose="020B0400000000000000" charset="-122"/>
                <a:cs typeface="PingFang SC" panose="020B0400000000000000" charset="-122"/>
              </a:defRPr>
            </a:lvl8pPr>
            <a:lvl9pPr>
              <a:buNone/>
              <a:defRPr sz="210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2100" b="0">
                <a:solidFill>
                  <a:srgbClr val="53627A"/>
                </a:solidFill>
                <a:latin typeface="PingFang SC" panose="020B0400000000000000" charset="-122"/>
                <a:ea typeface="PingFang SC" panose="020B0400000000000000" charset="-122"/>
                <a:cs typeface="PingFang SC" panose="020B0400000000000000" charset="-122"/>
              </a:defRPr>
            </a:pPr>
            <a:r>
              <a:rPr sz="2100" b="0">
                <a:solidFill>
                  <a:srgbClr val="53627A"/>
                </a:solidFill>
                <a:latin typeface="PingFang SC" panose="020B0400000000000000" charset="-122"/>
                <a:ea typeface="PingFang SC" panose="020B0400000000000000" charset="-122"/>
                <a:cs typeface="PingFang SC" panose="020B0400000000000000" charset="-122"/>
              </a:rPr>
              <a:t>避免网络或生成失败后反复重试，把次数悄悄用完。</a:t>
            </a:r>
            <a:endParaRPr sz="2100" b="0">
              <a:solidFill>
                <a:srgbClr val="53627A"/>
              </a:solidFill>
              <a:latin typeface="PingFang SC" panose="020B0400000000000000" charset="-122"/>
              <a:ea typeface="PingFang SC" panose="020B0400000000000000" charset="-122"/>
              <a:cs typeface="PingFang SC" panose="020B0400000000000000" charset="-122"/>
            </a:endParaRPr>
          </a:p>
          <a:p>
            <a:pPr>
              <a:buNone/>
              <a:defRPr sz="2100" b="0">
                <a:solidFill>
                  <a:srgbClr val="53627A"/>
                </a:solidFill>
                <a:latin typeface="PingFang SC" panose="020B0400000000000000" charset="-122"/>
                <a:ea typeface="PingFang SC" panose="020B0400000000000000" charset="-122"/>
                <a:cs typeface="PingFang SC" panose="020B0400000000000000" charset="-122"/>
              </a:defRPr>
            </a:pPr>
            <a:r>
              <a:rPr sz="2100" b="0">
                <a:solidFill>
                  <a:srgbClr val="53627A"/>
                </a:solidFill>
                <a:latin typeface="PingFang SC" panose="020B0400000000000000" charset="-122"/>
                <a:ea typeface="PingFang SC" panose="020B0400000000000000" charset="-122"/>
                <a:cs typeface="PingFang SC" panose="020B0400000000000000" charset="-122"/>
              </a:rPr>
              <a:t>上限到了就停止追加，把仍未解决的问题列出来。</a:t>
            </a:r>
            <a:endParaRPr sz="2100"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11" name="矩形 10"/>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目前按次数、文字量和时间控制，尚未直接计算花了多少元</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cxnSp>
        <p:nvCxnSpPr>
          <p:cNvPr id="7" name="直接箭头连接符 6"/>
          <p:cNvCxnSpPr>
            <a:stCxn id="4" idx="3"/>
            <a:endCxn id="5" idx="1"/>
          </p:cNvCxnSpPr>
          <p:nvPr/>
        </p:nvCxnSpPr>
        <p:spPr>
          <a:xfrm>
            <a:off x="6896100" y="2057400"/>
            <a:ext cx="1190625" cy="0"/>
          </a:xfrm>
          <a:prstGeom prst="straightConnector1">
            <a:avLst/>
          </a:prstGeom>
          <a:ln w="23813">
            <a:solidFill>
              <a:srgbClr val="245BDD"/>
            </a:solidFill>
            <a:tailEnd type="triangle" w="med" len="med"/>
          </a:ln>
        </p:spPr>
      </p:cxnSp>
      <p:cxnSp>
        <p:nvCxnSpPr>
          <p:cNvPr id="6" name="直接箭头连接符 5"/>
          <p:cNvCxnSpPr>
            <a:stCxn id="3" idx="3"/>
            <a:endCxn id="4" idx="1"/>
          </p:cNvCxnSpPr>
          <p:nvPr/>
        </p:nvCxnSpPr>
        <p:spPr>
          <a:xfrm>
            <a:off x="2847975" y="2057400"/>
            <a:ext cx="1190625" cy="0"/>
          </a:xfrm>
          <a:prstGeom prst="straightConnector1">
            <a:avLst/>
          </a:prstGeom>
          <a:ln w="23813">
            <a:solidFill>
              <a:srgbClr val="245BDD"/>
            </a:solidFill>
            <a:tailEnd type="triangle" w="med" len="med"/>
          </a:ln>
        </p:spPr>
      </p:cxnSp>
      <p:sp>
        <p:nvSpPr>
          <p:cNvPr id="13" name="矩形 12"/>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怎么判断修好了：新旧版本一起比较</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29</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3" name="矩形 2"/>
          <p:cNvSpPr>
            <a:spLocks noGrp="1"/>
          </p:cNvSpPr>
          <p:nvPr/>
        </p:nvSpPr>
        <p:spPr>
          <a:xfrm>
            <a:off x="609600" y="1676400"/>
            <a:ext cx="2238375" cy="76200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前一句</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4038600" y="1676400"/>
            <a:ext cx="2857500" cy="762000"/>
          </a:xfrm>
          <a:prstGeom prst="rect">
            <a:avLst/>
          </a:prstGeom>
          <a:solidFill>
            <a:srgbClr val="FFFFFF"/>
          </a:solidFill>
          <a:ln w="19050">
            <a:solidFill>
              <a:srgbClr val="176C5C"/>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修改后的这一句</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8086725" y="1676400"/>
            <a:ext cx="2238375" cy="76200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后一句</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8" name="矩形 7"/>
          <p:cNvSpPr>
            <a:spLocks noGrp="1"/>
          </p:cNvSpPr>
          <p:nvPr/>
        </p:nvSpPr>
        <p:spPr>
          <a:xfrm>
            <a:off x="609600" y="3048000"/>
            <a:ext cx="10572750" cy="409575"/>
          </a:xfrm>
          <a:prstGeom prst="rect">
            <a:avLst/>
          </a:prstGeom>
          <a:noFill/>
          <a:ln w="0">
            <a:noFill/>
          </a:ln>
        </p:spPr>
        <p:txBody>
          <a:bodyPr lIns="0" tIns="0" rIns="0" bIns="0"/>
          <a:lstStyle>
            <a:defPPr>
              <a:defRPr sz="2250" b="1">
                <a:solidFill>
                  <a:srgbClr val="245BDD"/>
                </a:solidFill>
                <a:latin typeface="PingFang SC" panose="020B0400000000000000" charset="-122"/>
                <a:ea typeface="PingFang SC" panose="020B0400000000000000" charset="-122"/>
                <a:cs typeface="PingFang SC" panose="020B0400000000000000" charset="-122"/>
              </a:defRPr>
            </a:defPPr>
            <a:lvl1pPr>
              <a:buNone/>
              <a:defRPr sz="22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2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2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2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2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2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2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2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2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250" b="1">
                <a:solidFill>
                  <a:srgbClr val="245BDD"/>
                </a:solidFill>
                <a:latin typeface="PingFang SC" panose="020B0400000000000000" charset="-122"/>
                <a:ea typeface="PingFang SC" panose="020B0400000000000000" charset="-122"/>
                <a:cs typeface="PingFang SC" panose="020B0400000000000000" charset="-122"/>
              </a:defRPr>
            </a:pPr>
            <a:r>
              <a:rPr sz="2250" b="1">
                <a:solidFill>
                  <a:srgbClr val="245BDD"/>
                </a:solidFill>
                <a:latin typeface="PingFang SC" panose="020B0400000000000000" charset="-122"/>
                <a:ea typeface="PingFang SC" panose="020B0400000000000000" charset="-122"/>
                <a:cs typeface="PingFang SC" panose="020B0400000000000000" charset="-122"/>
              </a:rPr>
              <a:t>先看原来正确的部分有没有受影响</a:t>
            </a:r>
            <a:endParaRPr sz="22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9" name="矩形 8"/>
          <p:cNvSpPr>
            <a:spLocks noGrp="1"/>
          </p:cNvSpPr>
          <p:nvPr/>
        </p:nvSpPr>
        <p:spPr>
          <a:xfrm>
            <a:off x="609600" y="3514725"/>
            <a:ext cx="10572750" cy="952500"/>
          </a:xfrm>
          <a:prstGeom prst="rect">
            <a:avLst/>
          </a:prstGeom>
          <a:noFill/>
          <a:ln w="0">
            <a:noFill/>
          </a:ln>
        </p:spPr>
        <p:txBody>
          <a:bodyPr lIns="0" tIns="0" rIns="0" bIns="0"/>
          <a:lstStyle>
            <a:defPPr>
              <a:defRPr sz="2100" b="0">
                <a:solidFill>
                  <a:srgbClr val="53627A"/>
                </a:solidFill>
                <a:latin typeface="PingFang SC" panose="020B0400000000000000" charset="-122"/>
                <a:ea typeface="PingFang SC" panose="020B0400000000000000" charset="-122"/>
                <a:cs typeface="PingFang SC" panose="020B0400000000000000" charset="-122"/>
              </a:defRPr>
            </a:defPPr>
            <a:lvl1pPr>
              <a:buNone/>
              <a:defRPr sz="2100" b="0">
                <a:solidFill>
                  <a:srgbClr val="53627A"/>
                </a:solidFill>
                <a:latin typeface="PingFang SC" panose="020B0400000000000000" charset="-122"/>
                <a:ea typeface="PingFang SC" panose="020B0400000000000000" charset="-122"/>
                <a:cs typeface="PingFang SC" panose="020B0400000000000000" charset="-122"/>
              </a:defRPr>
            </a:lvl1pPr>
            <a:lvl2pPr>
              <a:buNone/>
              <a:defRPr sz="2100" b="0">
                <a:solidFill>
                  <a:srgbClr val="53627A"/>
                </a:solidFill>
                <a:latin typeface="PingFang SC" panose="020B0400000000000000" charset="-122"/>
                <a:ea typeface="PingFang SC" panose="020B0400000000000000" charset="-122"/>
                <a:cs typeface="PingFang SC" panose="020B0400000000000000" charset="-122"/>
              </a:defRPr>
            </a:lvl2pPr>
            <a:lvl3pPr>
              <a:buNone/>
              <a:defRPr sz="2100" b="0">
                <a:solidFill>
                  <a:srgbClr val="53627A"/>
                </a:solidFill>
                <a:latin typeface="PingFang SC" panose="020B0400000000000000" charset="-122"/>
                <a:ea typeface="PingFang SC" panose="020B0400000000000000" charset="-122"/>
                <a:cs typeface="PingFang SC" panose="020B0400000000000000" charset="-122"/>
              </a:defRPr>
            </a:lvl3pPr>
            <a:lvl4pPr>
              <a:buNone/>
              <a:defRPr sz="2100" b="0">
                <a:solidFill>
                  <a:srgbClr val="53627A"/>
                </a:solidFill>
                <a:latin typeface="PingFang SC" panose="020B0400000000000000" charset="-122"/>
                <a:ea typeface="PingFang SC" panose="020B0400000000000000" charset="-122"/>
                <a:cs typeface="PingFang SC" panose="020B0400000000000000" charset="-122"/>
              </a:defRPr>
            </a:lvl4pPr>
            <a:lvl5pPr>
              <a:buNone/>
              <a:defRPr sz="2100" b="0">
                <a:solidFill>
                  <a:srgbClr val="53627A"/>
                </a:solidFill>
                <a:latin typeface="PingFang SC" panose="020B0400000000000000" charset="-122"/>
                <a:ea typeface="PingFang SC" panose="020B0400000000000000" charset="-122"/>
                <a:cs typeface="PingFang SC" panose="020B0400000000000000" charset="-122"/>
              </a:defRPr>
            </a:lvl5pPr>
            <a:lvl6pPr>
              <a:buNone/>
              <a:defRPr sz="2100" b="0">
                <a:solidFill>
                  <a:srgbClr val="53627A"/>
                </a:solidFill>
                <a:latin typeface="PingFang SC" panose="020B0400000000000000" charset="-122"/>
                <a:ea typeface="PingFang SC" panose="020B0400000000000000" charset="-122"/>
                <a:cs typeface="PingFang SC" panose="020B0400000000000000" charset="-122"/>
              </a:defRPr>
            </a:lvl6pPr>
            <a:lvl7pPr>
              <a:buNone/>
              <a:defRPr sz="2100" b="0">
                <a:solidFill>
                  <a:srgbClr val="53627A"/>
                </a:solidFill>
                <a:latin typeface="PingFang SC" panose="020B0400000000000000" charset="-122"/>
                <a:ea typeface="PingFang SC" panose="020B0400000000000000" charset="-122"/>
                <a:cs typeface="PingFang SC" panose="020B0400000000000000" charset="-122"/>
              </a:defRPr>
            </a:lvl7pPr>
            <a:lvl8pPr>
              <a:buNone/>
              <a:defRPr sz="2100" b="0">
                <a:solidFill>
                  <a:srgbClr val="53627A"/>
                </a:solidFill>
                <a:latin typeface="PingFang SC" panose="020B0400000000000000" charset="-122"/>
                <a:ea typeface="PingFang SC" panose="020B0400000000000000" charset="-122"/>
                <a:cs typeface="PingFang SC" panose="020B0400000000000000" charset="-122"/>
              </a:defRPr>
            </a:lvl8pPr>
            <a:lvl9pPr>
              <a:buNone/>
              <a:defRPr sz="210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2100" b="0">
                <a:solidFill>
                  <a:srgbClr val="53627A"/>
                </a:solidFill>
                <a:latin typeface="PingFang SC" panose="020B0400000000000000" charset="-122"/>
                <a:ea typeface="PingFang SC" panose="020B0400000000000000" charset="-122"/>
                <a:cs typeface="PingFang SC" panose="020B0400000000000000" charset="-122"/>
              </a:defRPr>
            </a:pPr>
            <a:r>
              <a:rPr sz="2100" b="0">
                <a:solidFill>
                  <a:srgbClr val="53627A"/>
                </a:solidFill>
                <a:latin typeface="PingFang SC" panose="020B0400000000000000" charset="-122"/>
                <a:ea typeface="PingFang SC" panose="020B0400000000000000" charset="-122"/>
                <a:cs typeface="PingFang SC" panose="020B0400000000000000" charset="-122"/>
              </a:rPr>
              <a:t>内容不能少读或多读，原来通过的检查还要继续通过。</a:t>
            </a:r>
            <a:endParaRPr sz="2100" b="0">
              <a:solidFill>
                <a:srgbClr val="53627A"/>
              </a:solidFill>
              <a:latin typeface="PingFang SC" panose="020B0400000000000000" charset="-122"/>
              <a:ea typeface="PingFang SC" panose="020B0400000000000000" charset="-122"/>
              <a:cs typeface="PingFang SC" panose="020B0400000000000000" charset="-122"/>
            </a:endParaRPr>
          </a:p>
          <a:p>
            <a:pPr>
              <a:buNone/>
              <a:defRPr sz="2100" b="0">
                <a:solidFill>
                  <a:srgbClr val="53627A"/>
                </a:solidFill>
                <a:latin typeface="PingFang SC" panose="020B0400000000000000" charset="-122"/>
                <a:ea typeface="PingFang SC" panose="020B0400000000000000" charset="-122"/>
                <a:cs typeface="PingFang SC" panose="020B0400000000000000" charset="-122"/>
              </a:defRPr>
            </a:pPr>
            <a:r>
              <a:rPr sz="2100" b="0">
                <a:solidFill>
                  <a:srgbClr val="53627A"/>
                </a:solidFill>
                <a:latin typeface="PingFang SC" panose="020B0400000000000000" charset="-122"/>
                <a:ea typeface="PingFang SC" panose="020B0400000000000000" charset="-122"/>
                <a:cs typeface="PingFang SC" panose="020B0400000000000000" charset="-122"/>
              </a:rPr>
              <a:t>这一句和前后句的连接也要重新检查。</a:t>
            </a:r>
            <a:endParaRPr sz="2100"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10" name="矩形 9"/>
          <p:cNvSpPr>
            <a:spLocks noGrp="1"/>
          </p:cNvSpPr>
          <p:nvPr/>
        </p:nvSpPr>
        <p:spPr>
          <a:xfrm>
            <a:off x="609600" y="4562475"/>
            <a:ext cx="10572750" cy="409575"/>
          </a:xfrm>
          <a:prstGeom prst="rect">
            <a:avLst/>
          </a:prstGeom>
          <a:noFill/>
          <a:ln w="0">
            <a:noFill/>
          </a:ln>
        </p:spPr>
        <p:txBody>
          <a:bodyPr lIns="0" tIns="0" rIns="0" bIns="0"/>
          <a:lstStyle>
            <a:defPPr>
              <a:defRPr sz="2250" b="1">
                <a:solidFill>
                  <a:srgbClr val="245BDD"/>
                </a:solidFill>
                <a:latin typeface="PingFang SC" panose="020B0400000000000000" charset="-122"/>
                <a:ea typeface="PingFang SC" panose="020B0400000000000000" charset="-122"/>
                <a:cs typeface="PingFang SC" panose="020B0400000000000000" charset="-122"/>
              </a:defRPr>
            </a:defPPr>
            <a:lvl1pPr>
              <a:buNone/>
              <a:defRPr sz="22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2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2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2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2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2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2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2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2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250" b="1">
                <a:solidFill>
                  <a:srgbClr val="245BDD"/>
                </a:solidFill>
                <a:latin typeface="PingFang SC" panose="020B0400000000000000" charset="-122"/>
                <a:ea typeface="PingFang SC" panose="020B0400000000000000" charset="-122"/>
                <a:cs typeface="PingFang SC" panose="020B0400000000000000" charset="-122"/>
              </a:defRPr>
            </a:pPr>
            <a:r>
              <a:rPr sz="2250" b="1">
                <a:solidFill>
                  <a:srgbClr val="245BDD"/>
                </a:solidFill>
                <a:latin typeface="PingFang SC" panose="020B0400000000000000" charset="-122"/>
                <a:ea typeface="PingFang SC" panose="020B0400000000000000" charset="-122"/>
                <a:cs typeface="PingFang SC" panose="020B0400000000000000" charset="-122"/>
              </a:rPr>
              <a:t>再看这次修改有没有解决问题</a:t>
            </a:r>
            <a:endParaRPr sz="22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11" name="矩形 10"/>
          <p:cNvSpPr>
            <a:spLocks noGrp="1"/>
          </p:cNvSpPr>
          <p:nvPr/>
        </p:nvSpPr>
        <p:spPr>
          <a:xfrm>
            <a:off x="609600" y="5029200"/>
            <a:ext cx="10572750" cy="952500"/>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buNone/>
              <a:defRPr sz="2025" b="0">
                <a:solidFill>
                  <a:srgbClr val="53627A"/>
                </a:solidFill>
                <a:latin typeface="PingFang SC" panose="020B0400000000000000" charset="-122"/>
                <a:ea typeface="PingFang SC" panose="020B0400000000000000" charset="-122"/>
                <a:cs typeface="PingFang SC" panose="020B0400000000000000" charset="-122"/>
              </a:defRPr>
            </a:lvl1pPr>
            <a:lvl2pPr>
              <a:buNone/>
              <a:defRPr sz="2025" b="0">
                <a:solidFill>
                  <a:srgbClr val="53627A"/>
                </a:solidFill>
                <a:latin typeface="PingFang SC" panose="020B0400000000000000" charset="-122"/>
                <a:ea typeface="PingFang SC" panose="020B0400000000000000" charset="-122"/>
                <a:cs typeface="PingFang SC" panose="020B0400000000000000" charset="-122"/>
              </a:defRPr>
            </a:lvl2pPr>
            <a:lvl3pPr>
              <a:buNone/>
              <a:defRPr sz="2025" b="0">
                <a:solidFill>
                  <a:srgbClr val="53627A"/>
                </a:solidFill>
                <a:latin typeface="PingFang SC" panose="020B0400000000000000" charset="-122"/>
                <a:ea typeface="PingFang SC" panose="020B0400000000000000" charset="-122"/>
                <a:cs typeface="PingFang SC" panose="020B0400000000000000" charset="-122"/>
              </a:defRPr>
            </a:lvl3pPr>
            <a:lvl4pPr>
              <a:buNone/>
              <a:defRPr sz="2025" b="0">
                <a:solidFill>
                  <a:srgbClr val="53627A"/>
                </a:solidFill>
                <a:latin typeface="PingFang SC" panose="020B0400000000000000" charset="-122"/>
                <a:ea typeface="PingFang SC" panose="020B0400000000000000" charset="-122"/>
                <a:cs typeface="PingFang SC" panose="020B0400000000000000" charset="-122"/>
              </a:defRPr>
            </a:lvl4pPr>
            <a:lvl5pPr>
              <a:buNone/>
              <a:defRPr sz="2025" b="0">
                <a:solidFill>
                  <a:srgbClr val="53627A"/>
                </a:solidFill>
                <a:latin typeface="PingFang SC" panose="020B0400000000000000" charset="-122"/>
                <a:ea typeface="PingFang SC" panose="020B0400000000000000" charset="-122"/>
                <a:cs typeface="PingFang SC" panose="020B0400000000000000" charset="-122"/>
              </a:defRPr>
            </a:lvl5pPr>
            <a:lvl6pPr>
              <a:buNone/>
              <a:defRPr sz="2025" b="0">
                <a:solidFill>
                  <a:srgbClr val="53627A"/>
                </a:solidFill>
                <a:latin typeface="PingFang SC" panose="020B0400000000000000" charset="-122"/>
                <a:ea typeface="PingFang SC" panose="020B0400000000000000" charset="-122"/>
                <a:cs typeface="PingFang SC" panose="020B0400000000000000" charset="-122"/>
              </a:defRPr>
            </a:lvl6pPr>
            <a:lvl7pPr>
              <a:buNone/>
              <a:defRPr sz="2025" b="0">
                <a:solidFill>
                  <a:srgbClr val="53627A"/>
                </a:solidFill>
                <a:latin typeface="PingFang SC" panose="020B0400000000000000" charset="-122"/>
                <a:ea typeface="PingFang SC" panose="020B0400000000000000" charset="-122"/>
                <a:cs typeface="PingFang SC" panose="020B0400000000000000" charset="-122"/>
              </a:defRPr>
            </a:lvl7pPr>
            <a:lvl8pPr>
              <a:buNone/>
              <a:defRPr sz="2025" b="0">
                <a:solidFill>
                  <a:srgbClr val="53627A"/>
                </a:solidFill>
                <a:latin typeface="PingFang SC" panose="020B0400000000000000" charset="-122"/>
                <a:ea typeface="PingFang SC" panose="020B0400000000000000" charset="-122"/>
                <a:cs typeface="PingFang SC" panose="020B0400000000000000" charset="-122"/>
              </a:defRPr>
            </a:lvl8pPr>
            <a:lvl9pPr>
              <a:buNone/>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程序确认有改善，才采用新版本。没有改善就继续保留原件。</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buNone/>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像“声音是否适合人物”这样的问题，仍要靠人试听。</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12" name="矩形 11"/>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只修一个问题段，也要一起检查它的前后两句</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cxnSp>
        <p:nvCxnSpPr>
          <p:cNvPr id="6" name="直接箭头连接符 5"/>
          <p:cNvCxnSpPr>
            <a:stCxn id="4" idx="3"/>
            <a:endCxn id="5" idx="1"/>
          </p:cNvCxnSpPr>
          <p:nvPr/>
        </p:nvCxnSpPr>
        <p:spPr>
          <a:xfrm>
            <a:off x="5524500" y="5229225"/>
            <a:ext cx="1381125" cy="0"/>
          </a:xfrm>
          <a:prstGeom prst="straightConnector1">
            <a:avLst/>
          </a:prstGeom>
          <a:ln w="23813">
            <a:solidFill>
              <a:srgbClr val="245BDD"/>
            </a:solidFill>
            <a:tailEnd type="triangle" w="med" len="med"/>
          </a:ln>
        </p:spPr>
      </p:cxnSp>
      <p:sp>
        <p:nvSpPr>
          <p:cNvPr id="9" name="矩形 8"/>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具体例子：读完又重复，怎样安全去掉</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30</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graphicFrame>
        <p:nvGraphicFramePr>
          <p:cNvPr id="3" name="表格 2"/>
          <p:cNvGraphicFramePr/>
          <p:nvPr/>
        </p:nvGraphicFramePr>
        <p:xfrm>
          <a:off x="609600" y="1743075"/>
          <a:ext cx="10972800" cy="2571752"/>
        </p:xfrm>
        <a:graphic>
          <a:graphicData uri="http://schemas.openxmlformats.org/drawingml/2006/table">
            <a:tbl>
              <a:tblPr/>
              <a:tblGrid>
                <a:gridCol w="5191125"/>
                <a:gridCol w="5781675"/>
              </a:tblGrid>
              <a:tr h="642938">
                <a:tc>
                  <a:txBody>
                    <a:bodyPr/>
                    <a:lstStyle/>
                    <a:p>
                      <a:r>
                        <a:rPr sz="1950" b="1">
                          <a:solidFill>
                            <a:srgbClr val="245BDD"/>
                          </a:solidFill>
                          <a:latin typeface="PingFang SC" panose="020B0400000000000000" charset="-122"/>
                          <a:ea typeface="PingFang SC" panose="020B0400000000000000" charset="-122"/>
                          <a:cs typeface="PingFang SC" panose="020B0400000000000000" charset="-122"/>
                        </a:rPr>
                        <a:t>先确认什么</a:t>
                      </a:r>
                      <a:endParaRPr sz="1950" b="1">
                        <a:solidFill>
                          <a:srgbClr val="245BDD"/>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950" b="1">
                          <a:solidFill>
                            <a:srgbClr val="245BDD"/>
                          </a:solidFill>
                          <a:latin typeface="PingFang SC" panose="020B0400000000000000" charset="-122"/>
                          <a:ea typeface="PingFang SC" panose="020B0400000000000000" charset="-122"/>
                          <a:cs typeface="PingFang SC" panose="020B0400000000000000" charset="-122"/>
                        </a:rPr>
                        <a:t>然后怎样处理</a:t>
                      </a:r>
                      <a:endParaRPr sz="1950"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r>
              <a:tr h="642938">
                <a:tc>
                  <a:txBody>
                    <a:bodyPr/>
                    <a:lstStyle/>
                    <a:p>
                      <a:r>
                        <a:rPr sz="1950" b="0">
                          <a:solidFill>
                            <a:srgbClr val="16243B"/>
                          </a:solidFill>
                          <a:latin typeface="PingFang SC" panose="020B0400000000000000" charset="-122"/>
                          <a:ea typeface="PingFang SC" panose="020B0400000000000000" charset="-122"/>
                          <a:cs typeface="PingFang SC" panose="020B0400000000000000" charset="-122"/>
                        </a:rPr>
                        <a:t>原文应该读的部分已经完整读完</a:t>
                      </a:r>
                      <a:endParaRPr sz="1950"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950" b="0">
                          <a:solidFill>
                            <a:srgbClr val="16243B"/>
                          </a:solidFill>
                          <a:latin typeface="PingFang SC" panose="020B0400000000000000" charset="-122"/>
                          <a:ea typeface="PingFang SC" panose="020B0400000000000000" charset="-122"/>
                          <a:cs typeface="PingFang SC" panose="020B0400000000000000" charset="-122"/>
                        </a:rPr>
                        <a:t>找正文与多余重复之间的停顿</a:t>
                      </a:r>
                      <a:endParaRPr sz="1950"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642938">
                <a:tc>
                  <a:txBody>
                    <a:bodyPr/>
                    <a:lstStyle/>
                    <a:p>
                      <a:r>
                        <a:rPr sz="1950" b="0">
                          <a:solidFill>
                            <a:srgbClr val="16243B"/>
                          </a:solidFill>
                          <a:latin typeface="PingFang SC" panose="020B0400000000000000" charset="-122"/>
                          <a:ea typeface="PingFang SC" panose="020B0400000000000000" charset="-122"/>
                          <a:cs typeface="PingFang SC" panose="020B0400000000000000" charset="-122"/>
                        </a:rPr>
                        <a:t>前半段内容完整，后半段只有多余重复</a:t>
                      </a:r>
                      <a:endParaRPr sz="1950"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950" b="0">
                          <a:solidFill>
                            <a:srgbClr val="16243B"/>
                          </a:solidFill>
                          <a:latin typeface="PingFang SC" panose="020B0400000000000000" charset="-122"/>
                          <a:ea typeface="PingFang SC" panose="020B0400000000000000" charset="-122"/>
                          <a:cs typeface="PingFang SC" panose="020B0400000000000000" charset="-122"/>
                        </a:rPr>
                        <a:t>把两部分分别转成文字，再次核对</a:t>
                      </a:r>
                      <a:endParaRPr sz="1950"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r h="642938">
                <a:tc>
                  <a:txBody>
                    <a:bodyPr/>
                    <a:lstStyle/>
                    <a:p>
                      <a:r>
                        <a:rPr sz="1950" b="0">
                          <a:solidFill>
                            <a:srgbClr val="16243B"/>
                          </a:solidFill>
                          <a:latin typeface="PingFang SC" panose="020B0400000000000000" charset="-122"/>
                          <a:ea typeface="PingFang SC" panose="020B0400000000000000" charset="-122"/>
                          <a:cs typeface="PingFang SC" panose="020B0400000000000000" charset="-122"/>
                        </a:rPr>
                        <a:t>切的位置不会伤到正常发音</a:t>
                      </a:r>
                      <a:endParaRPr sz="1950"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950" b="0">
                          <a:solidFill>
                            <a:srgbClr val="16243B"/>
                          </a:solidFill>
                          <a:latin typeface="PingFang SC" panose="020B0400000000000000" charset="-122"/>
                          <a:ea typeface="PingFang SC" panose="020B0400000000000000" charset="-122"/>
                          <a:cs typeface="PingFang SC" panose="020B0400000000000000" charset="-122"/>
                        </a:rPr>
                        <a:t>两边留出 0.1 秒保护，只去掉多余尾段</a:t>
                      </a:r>
                      <a:endParaRPr sz="1950"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bl>
          </a:graphicData>
        </a:graphic>
      </p:graphicFrame>
      <p:sp>
        <p:nvSpPr>
          <p:cNvPr id="4" name="矩形 3"/>
          <p:cNvSpPr>
            <a:spLocks noGrp="1"/>
          </p:cNvSpPr>
          <p:nvPr/>
        </p:nvSpPr>
        <p:spPr>
          <a:xfrm>
            <a:off x="952500" y="4829175"/>
            <a:ext cx="4572000" cy="800100"/>
          </a:xfrm>
          <a:prstGeom prst="rect">
            <a:avLst/>
          </a:prstGeom>
          <a:solidFill>
            <a:srgbClr val="FFFFFF"/>
          </a:solidFill>
          <a:ln w="19050">
            <a:solidFill>
              <a:srgbClr val="176C5C"/>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原文该读的部分</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完整保留</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6905625" y="4829175"/>
            <a:ext cx="3333750" cy="80010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多出来的重复</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确认后再去掉</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7" name="矩形 6"/>
          <p:cNvSpPr>
            <a:spLocks noGrp="1"/>
          </p:cNvSpPr>
          <p:nvPr/>
        </p:nvSpPr>
        <p:spPr>
          <a:xfrm>
            <a:off x="5638800" y="4438650"/>
            <a:ext cx="1714500" cy="342900"/>
          </a:xfrm>
          <a:prstGeom prst="rect">
            <a:avLst/>
          </a:prstGeom>
          <a:noFill/>
          <a:ln w="0">
            <a:noFill/>
          </a:ln>
        </p:spPr>
        <p:txBody>
          <a:bodyPr lIns="0" tIns="0" rIns="0" bIns="0"/>
          <a:lstStyle>
            <a:defPPr>
              <a:defRPr sz="1725" b="1">
                <a:solidFill>
                  <a:srgbClr val="245BDD"/>
                </a:solidFill>
                <a:latin typeface="PingFang SC" panose="020B0400000000000000" charset="-122"/>
                <a:ea typeface="PingFang SC" panose="020B0400000000000000" charset="-122"/>
                <a:cs typeface="PingFang SC" panose="020B0400000000000000" charset="-122"/>
              </a:defRPr>
            </a:defPPr>
            <a:lvl1pPr>
              <a:buNone/>
              <a:defRPr sz="1725" b="1">
                <a:solidFill>
                  <a:srgbClr val="245BDD"/>
                </a:solidFill>
                <a:latin typeface="PingFang SC" panose="020B0400000000000000" charset="-122"/>
                <a:ea typeface="PingFang SC" panose="020B0400000000000000" charset="-122"/>
                <a:cs typeface="PingFang SC" panose="020B0400000000000000" charset="-122"/>
              </a:defRPr>
            </a:lvl1pPr>
            <a:lvl2pPr>
              <a:buNone/>
              <a:defRPr sz="1725" b="1">
                <a:solidFill>
                  <a:srgbClr val="245BDD"/>
                </a:solidFill>
                <a:latin typeface="PingFang SC" panose="020B0400000000000000" charset="-122"/>
                <a:ea typeface="PingFang SC" panose="020B0400000000000000" charset="-122"/>
                <a:cs typeface="PingFang SC" panose="020B0400000000000000" charset="-122"/>
              </a:defRPr>
            </a:lvl2pPr>
            <a:lvl3pPr>
              <a:buNone/>
              <a:defRPr sz="1725" b="1">
                <a:solidFill>
                  <a:srgbClr val="245BDD"/>
                </a:solidFill>
                <a:latin typeface="PingFang SC" panose="020B0400000000000000" charset="-122"/>
                <a:ea typeface="PingFang SC" panose="020B0400000000000000" charset="-122"/>
                <a:cs typeface="PingFang SC" panose="020B0400000000000000" charset="-122"/>
              </a:defRPr>
            </a:lvl3pPr>
            <a:lvl4pPr>
              <a:buNone/>
              <a:defRPr sz="1725" b="1">
                <a:solidFill>
                  <a:srgbClr val="245BDD"/>
                </a:solidFill>
                <a:latin typeface="PingFang SC" panose="020B0400000000000000" charset="-122"/>
                <a:ea typeface="PingFang SC" panose="020B0400000000000000" charset="-122"/>
                <a:cs typeface="PingFang SC" panose="020B0400000000000000" charset="-122"/>
              </a:defRPr>
            </a:lvl4pPr>
            <a:lvl5pPr>
              <a:buNone/>
              <a:defRPr sz="1725" b="1">
                <a:solidFill>
                  <a:srgbClr val="245BDD"/>
                </a:solidFill>
                <a:latin typeface="PingFang SC" panose="020B0400000000000000" charset="-122"/>
                <a:ea typeface="PingFang SC" panose="020B0400000000000000" charset="-122"/>
                <a:cs typeface="PingFang SC" panose="020B0400000000000000" charset="-122"/>
              </a:defRPr>
            </a:lvl5pPr>
            <a:lvl6pPr>
              <a:buNone/>
              <a:defRPr sz="1725" b="1">
                <a:solidFill>
                  <a:srgbClr val="245BDD"/>
                </a:solidFill>
                <a:latin typeface="PingFang SC" panose="020B0400000000000000" charset="-122"/>
                <a:ea typeface="PingFang SC" panose="020B0400000000000000" charset="-122"/>
                <a:cs typeface="PingFang SC" panose="020B0400000000000000" charset="-122"/>
              </a:defRPr>
            </a:lvl6pPr>
            <a:lvl7pPr>
              <a:buNone/>
              <a:defRPr sz="1725" b="1">
                <a:solidFill>
                  <a:srgbClr val="245BDD"/>
                </a:solidFill>
                <a:latin typeface="PingFang SC" panose="020B0400000000000000" charset="-122"/>
                <a:ea typeface="PingFang SC" panose="020B0400000000000000" charset="-122"/>
                <a:cs typeface="PingFang SC" panose="020B0400000000000000" charset="-122"/>
              </a:defRPr>
            </a:lvl7pPr>
            <a:lvl8pPr>
              <a:buNone/>
              <a:defRPr sz="1725" b="1">
                <a:solidFill>
                  <a:srgbClr val="245BDD"/>
                </a:solidFill>
                <a:latin typeface="PingFang SC" panose="020B0400000000000000" charset="-122"/>
                <a:ea typeface="PingFang SC" panose="020B0400000000000000" charset="-122"/>
                <a:cs typeface="PingFang SC" panose="020B0400000000000000" charset="-122"/>
              </a:defRPr>
            </a:lvl8pPr>
            <a:lvl9pPr>
              <a:buNone/>
              <a:defRPr sz="1725"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1725" b="1">
                <a:solidFill>
                  <a:srgbClr val="245BDD"/>
                </a:solidFill>
                <a:latin typeface="PingFang SC" panose="020B0400000000000000" charset="-122"/>
                <a:ea typeface="PingFang SC" panose="020B0400000000000000" charset="-122"/>
                <a:cs typeface="PingFang SC" panose="020B0400000000000000" charset="-122"/>
              </a:defRPr>
            </a:pPr>
            <a:r>
              <a:rPr sz="1725" b="1">
                <a:solidFill>
                  <a:srgbClr val="245BDD"/>
                </a:solidFill>
                <a:latin typeface="PingFang SC" panose="020B0400000000000000" charset="-122"/>
                <a:ea typeface="PingFang SC" panose="020B0400000000000000" charset="-122"/>
                <a:cs typeface="PingFang SC" panose="020B0400000000000000" charset="-122"/>
              </a:rPr>
              <a:t>停顿处切开</a:t>
            </a:r>
            <a:endParaRPr sz="172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8" name="矩形 7"/>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默认先让人复核，只有条件明确且用户开启自动处理时才自动采用</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cxnSp>
        <p:nvCxnSpPr>
          <p:cNvPr id="7" name="直接箭头连接符 6"/>
          <p:cNvCxnSpPr>
            <a:stCxn id="4" idx="3"/>
            <a:endCxn id="5" idx="1"/>
          </p:cNvCxnSpPr>
          <p:nvPr/>
        </p:nvCxnSpPr>
        <p:spPr>
          <a:xfrm>
            <a:off x="7524750" y="2286000"/>
            <a:ext cx="1200150" cy="0"/>
          </a:xfrm>
          <a:prstGeom prst="straightConnector1">
            <a:avLst/>
          </a:prstGeom>
          <a:ln w="23813">
            <a:solidFill>
              <a:srgbClr val="245BDD"/>
            </a:solidFill>
            <a:tailEnd type="triangle" w="med" len="med"/>
          </a:ln>
        </p:spPr>
      </p:cxnSp>
      <p:cxnSp>
        <p:nvCxnSpPr>
          <p:cNvPr id="6" name="直接箭头连接符 5"/>
          <p:cNvCxnSpPr>
            <a:stCxn id="3" idx="3"/>
            <a:endCxn id="4" idx="1"/>
          </p:cNvCxnSpPr>
          <p:nvPr/>
        </p:nvCxnSpPr>
        <p:spPr>
          <a:xfrm>
            <a:off x="3467100" y="2286000"/>
            <a:ext cx="1200150" cy="0"/>
          </a:xfrm>
          <a:prstGeom prst="straightConnector1">
            <a:avLst/>
          </a:prstGeom>
          <a:ln w="23813">
            <a:solidFill>
              <a:srgbClr val="245BDD"/>
            </a:solidFill>
            <a:tailEnd type="triangle" w="med" len="med"/>
          </a:ln>
        </p:spPr>
      </p:cxnSp>
      <p:sp>
        <p:nvSpPr>
          <p:cNvPr id="12" name="矩形 11"/>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原音和修改版都保存，随时能查清改了什么</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31</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3" name="矩形 2"/>
          <p:cNvSpPr>
            <a:spLocks noGrp="1"/>
          </p:cNvSpPr>
          <p:nvPr/>
        </p:nvSpPr>
        <p:spPr>
          <a:xfrm>
            <a:off x="609600" y="1838325"/>
            <a:ext cx="2857500" cy="89535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生成时</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记下正文和声音设置</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4667250" y="1838325"/>
            <a:ext cx="2857500" cy="89535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生成后</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保存原始录音</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8724900" y="1838325"/>
            <a:ext cx="2857500" cy="89535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修改后</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另存新版本和修改记录</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8" name="矩形 7"/>
          <p:cNvSpPr>
            <a:spLocks noGrp="1"/>
          </p:cNvSpPr>
          <p:nvPr/>
        </p:nvSpPr>
        <p:spPr>
          <a:xfrm>
            <a:off x="609600" y="3419475"/>
            <a:ext cx="10572750" cy="409575"/>
          </a:xfrm>
          <a:prstGeom prst="rect">
            <a:avLst/>
          </a:prstGeom>
          <a:noFill/>
          <a:ln w="0">
            <a:noFill/>
          </a:ln>
        </p:spPr>
        <p:txBody>
          <a:bodyPr lIns="0" tIns="0" rIns="0" bIns="0"/>
          <a:lstStyle>
            <a:defPPr>
              <a:defRPr sz="2250" b="1">
                <a:solidFill>
                  <a:srgbClr val="245BDD"/>
                </a:solidFill>
                <a:latin typeface="PingFang SC" panose="020B0400000000000000" charset="-122"/>
                <a:ea typeface="PingFang SC" panose="020B0400000000000000" charset="-122"/>
                <a:cs typeface="PingFang SC" panose="020B0400000000000000" charset="-122"/>
              </a:defRPr>
            </a:defPPr>
            <a:lvl1pPr>
              <a:buNone/>
              <a:defRPr sz="22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2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2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2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2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2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2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2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2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250" b="1">
                <a:solidFill>
                  <a:srgbClr val="245BDD"/>
                </a:solidFill>
                <a:latin typeface="PingFang SC" panose="020B0400000000000000" charset="-122"/>
                <a:ea typeface="PingFang SC" panose="020B0400000000000000" charset="-122"/>
                <a:cs typeface="PingFang SC" panose="020B0400000000000000" charset="-122"/>
              </a:defRPr>
            </a:pPr>
            <a:r>
              <a:rPr sz="2250" b="1">
                <a:solidFill>
                  <a:srgbClr val="245BDD"/>
                </a:solidFill>
                <a:latin typeface="PingFang SC" panose="020B0400000000000000" charset="-122"/>
                <a:ea typeface="PingFang SC" panose="020B0400000000000000" charset="-122"/>
                <a:cs typeface="PingFang SC" panose="020B0400000000000000" charset="-122"/>
              </a:rPr>
              <a:t>同样的内容和设置，可以复用已有录音</a:t>
            </a:r>
            <a:endParaRPr sz="22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9" name="矩形 8"/>
          <p:cNvSpPr>
            <a:spLocks noGrp="1"/>
          </p:cNvSpPr>
          <p:nvPr/>
        </p:nvSpPr>
        <p:spPr>
          <a:xfrm>
            <a:off x="609600" y="3886200"/>
            <a:ext cx="10572750" cy="952500"/>
          </a:xfrm>
          <a:prstGeom prst="rect">
            <a:avLst/>
          </a:prstGeom>
          <a:noFill/>
          <a:ln w="0">
            <a:noFill/>
          </a:ln>
        </p:spPr>
        <p:txBody>
          <a:bodyPr lIns="0" tIns="0" rIns="0" bIns="0"/>
          <a:lstStyle>
            <a:defPPr>
              <a:defRPr sz="2100" b="0">
                <a:solidFill>
                  <a:srgbClr val="53627A"/>
                </a:solidFill>
                <a:latin typeface="PingFang SC" panose="020B0400000000000000" charset="-122"/>
                <a:ea typeface="PingFang SC" panose="020B0400000000000000" charset="-122"/>
                <a:cs typeface="PingFang SC" panose="020B0400000000000000" charset="-122"/>
              </a:defRPr>
            </a:defPPr>
            <a:lvl1pPr>
              <a:buNone/>
              <a:defRPr sz="2100" b="0">
                <a:solidFill>
                  <a:srgbClr val="53627A"/>
                </a:solidFill>
                <a:latin typeface="PingFang SC" panose="020B0400000000000000" charset="-122"/>
                <a:ea typeface="PingFang SC" panose="020B0400000000000000" charset="-122"/>
                <a:cs typeface="PingFang SC" panose="020B0400000000000000" charset="-122"/>
              </a:defRPr>
            </a:lvl1pPr>
            <a:lvl2pPr>
              <a:buNone/>
              <a:defRPr sz="2100" b="0">
                <a:solidFill>
                  <a:srgbClr val="53627A"/>
                </a:solidFill>
                <a:latin typeface="PingFang SC" panose="020B0400000000000000" charset="-122"/>
                <a:ea typeface="PingFang SC" panose="020B0400000000000000" charset="-122"/>
                <a:cs typeface="PingFang SC" panose="020B0400000000000000" charset="-122"/>
              </a:defRPr>
            </a:lvl2pPr>
            <a:lvl3pPr>
              <a:buNone/>
              <a:defRPr sz="2100" b="0">
                <a:solidFill>
                  <a:srgbClr val="53627A"/>
                </a:solidFill>
                <a:latin typeface="PingFang SC" panose="020B0400000000000000" charset="-122"/>
                <a:ea typeface="PingFang SC" panose="020B0400000000000000" charset="-122"/>
                <a:cs typeface="PingFang SC" panose="020B0400000000000000" charset="-122"/>
              </a:defRPr>
            </a:lvl3pPr>
            <a:lvl4pPr>
              <a:buNone/>
              <a:defRPr sz="2100" b="0">
                <a:solidFill>
                  <a:srgbClr val="53627A"/>
                </a:solidFill>
                <a:latin typeface="PingFang SC" panose="020B0400000000000000" charset="-122"/>
                <a:ea typeface="PingFang SC" panose="020B0400000000000000" charset="-122"/>
                <a:cs typeface="PingFang SC" panose="020B0400000000000000" charset="-122"/>
              </a:defRPr>
            </a:lvl4pPr>
            <a:lvl5pPr>
              <a:buNone/>
              <a:defRPr sz="2100" b="0">
                <a:solidFill>
                  <a:srgbClr val="53627A"/>
                </a:solidFill>
                <a:latin typeface="PingFang SC" panose="020B0400000000000000" charset="-122"/>
                <a:ea typeface="PingFang SC" panose="020B0400000000000000" charset="-122"/>
                <a:cs typeface="PingFang SC" panose="020B0400000000000000" charset="-122"/>
              </a:defRPr>
            </a:lvl5pPr>
            <a:lvl6pPr>
              <a:buNone/>
              <a:defRPr sz="2100" b="0">
                <a:solidFill>
                  <a:srgbClr val="53627A"/>
                </a:solidFill>
                <a:latin typeface="PingFang SC" panose="020B0400000000000000" charset="-122"/>
                <a:ea typeface="PingFang SC" panose="020B0400000000000000" charset="-122"/>
                <a:cs typeface="PingFang SC" panose="020B0400000000000000" charset="-122"/>
              </a:defRPr>
            </a:lvl6pPr>
            <a:lvl7pPr>
              <a:buNone/>
              <a:defRPr sz="2100" b="0">
                <a:solidFill>
                  <a:srgbClr val="53627A"/>
                </a:solidFill>
                <a:latin typeface="PingFang SC" panose="020B0400000000000000" charset="-122"/>
                <a:ea typeface="PingFang SC" panose="020B0400000000000000" charset="-122"/>
                <a:cs typeface="PingFang SC" panose="020B0400000000000000" charset="-122"/>
              </a:defRPr>
            </a:lvl7pPr>
            <a:lvl8pPr>
              <a:buNone/>
              <a:defRPr sz="2100" b="0">
                <a:solidFill>
                  <a:srgbClr val="53627A"/>
                </a:solidFill>
                <a:latin typeface="PingFang SC" panose="020B0400000000000000" charset="-122"/>
                <a:ea typeface="PingFang SC" panose="020B0400000000000000" charset="-122"/>
                <a:cs typeface="PingFang SC" panose="020B0400000000000000" charset="-122"/>
              </a:defRPr>
            </a:lvl8pPr>
            <a:lvl9pPr>
              <a:buNone/>
              <a:defRPr sz="210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2100" b="0">
                <a:solidFill>
                  <a:srgbClr val="53627A"/>
                </a:solidFill>
                <a:latin typeface="PingFang SC" panose="020B0400000000000000" charset="-122"/>
                <a:ea typeface="PingFang SC" panose="020B0400000000000000" charset="-122"/>
                <a:cs typeface="PingFang SC" panose="020B0400000000000000" charset="-122"/>
              </a:defRPr>
            </a:pPr>
            <a:r>
              <a:rPr sz="2100" b="0">
                <a:solidFill>
                  <a:srgbClr val="53627A"/>
                </a:solidFill>
                <a:latin typeface="PingFang SC" panose="020B0400000000000000" charset="-122"/>
                <a:ea typeface="PingFang SC" panose="020B0400000000000000" charset="-122"/>
                <a:cs typeface="PingFang SC" panose="020B0400000000000000" charset="-122"/>
              </a:rPr>
              <a:t>调语速、剪重复等处理另存文件，原来的录音不会被覆盖。</a:t>
            </a:r>
            <a:endParaRPr sz="2100" b="0">
              <a:solidFill>
                <a:srgbClr val="53627A"/>
              </a:solidFill>
              <a:latin typeface="PingFang SC" panose="020B0400000000000000" charset="-122"/>
              <a:ea typeface="PingFang SC" panose="020B0400000000000000" charset="-122"/>
              <a:cs typeface="PingFang SC" panose="020B0400000000000000" charset="-122"/>
            </a:endParaRPr>
          </a:p>
          <a:p>
            <a:pPr>
              <a:buNone/>
              <a:defRPr sz="2100" b="0">
                <a:solidFill>
                  <a:srgbClr val="53627A"/>
                </a:solidFill>
                <a:latin typeface="PingFang SC" panose="020B0400000000000000" charset="-122"/>
                <a:ea typeface="PingFang SC" panose="020B0400000000000000" charset="-122"/>
                <a:cs typeface="PingFang SC" panose="020B0400000000000000" charset="-122"/>
              </a:defRPr>
            </a:pPr>
            <a:r>
              <a:rPr sz="2100" b="0">
                <a:solidFill>
                  <a:srgbClr val="53627A"/>
                </a:solidFill>
                <a:latin typeface="PingFang SC" panose="020B0400000000000000" charset="-122"/>
                <a:ea typeface="PingFang SC" panose="020B0400000000000000" charset="-122"/>
                <a:cs typeface="PingFang SC" panose="020B0400000000000000" charset="-122"/>
              </a:rPr>
              <a:t>最后按顺序拼成整章，并检查音频和检查单是否对应。</a:t>
            </a:r>
            <a:endParaRPr sz="2100"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10" name="矩形 9"/>
          <p:cNvSpPr>
            <a:spLocks noGrp="1"/>
          </p:cNvSpPr>
          <p:nvPr/>
        </p:nvSpPr>
        <p:spPr>
          <a:xfrm>
            <a:off x="609600" y="5181600"/>
            <a:ext cx="10953750" cy="571500"/>
          </a:xfrm>
          <a:prstGeom prst="rect">
            <a:avLst/>
          </a:prstGeom>
          <a:noFill/>
          <a:ln w="0">
            <a:noFill/>
          </a:ln>
        </p:spPr>
        <p:txBody>
          <a:bodyPr lIns="0" tIns="0" rIns="0" bIns="0"/>
          <a:lstStyle>
            <a:defPPr>
              <a:defRPr sz="2100" b="1">
                <a:solidFill>
                  <a:srgbClr val="245BDD"/>
                </a:solidFill>
                <a:latin typeface="PingFang SC" panose="020B0400000000000000" charset="-122"/>
                <a:ea typeface="PingFang SC" panose="020B0400000000000000" charset="-122"/>
                <a:cs typeface="PingFang SC" panose="020B0400000000000000" charset="-122"/>
              </a:defRPr>
            </a:defPPr>
            <a:lvl1pPr>
              <a:buNone/>
              <a:defRPr sz="210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10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10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10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10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10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10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10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10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100" b="1">
                <a:solidFill>
                  <a:srgbClr val="245BDD"/>
                </a:solidFill>
                <a:latin typeface="PingFang SC" panose="020B0400000000000000" charset="-122"/>
                <a:ea typeface="PingFang SC" panose="020B0400000000000000" charset="-122"/>
                <a:cs typeface="PingFang SC" panose="020B0400000000000000" charset="-122"/>
              </a:defRPr>
            </a:pPr>
            <a:r>
              <a:rPr sz="2100" b="1">
                <a:solidFill>
                  <a:srgbClr val="245BDD"/>
                </a:solidFill>
                <a:latin typeface="PingFang SC" panose="020B0400000000000000" charset="-122"/>
                <a:ea typeface="PingFang SC" panose="020B0400000000000000" charset="-122"/>
                <a:cs typeface="PingFang SC" panose="020B0400000000000000" charset="-122"/>
              </a:rPr>
              <a:t>例如：R039 去掉多余重复后，仍能找到修改前的录音进行比较。</a:t>
            </a:r>
            <a:endParaRPr sz="210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11" name="矩形 10"/>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每份文件都有唯一校验记录，避免拿旧音频的试听结论套在新版本上</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sp>
        <p:nvSpPr>
          <p:cNvPr id="13" name="矩形 12"/>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实际完成的案例：《Flipped》首章</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32</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3" name="矩形 2"/>
          <p:cNvSpPr>
            <a:spLocks noGrp="1"/>
          </p:cNvSpPr>
          <p:nvPr/>
        </p:nvSpPr>
        <p:spPr>
          <a:xfrm>
            <a:off x="609600" y="1819275"/>
            <a:ext cx="2667000" cy="857250"/>
          </a:xfrm>
          <a:prstGeom prst="rect">
            <a:avLst/>
          </a:prstGeom>
          <a:noFill/>
          <a:ln w="0">
            <a:noFill/>
          </a:ln>
        </p:spPr>
        <p:txBody>
          <a:bodyPr lIns="0" tIns="0" rIns="0" bIns="0"/>
          <a:lstStyle>
            <a:defPPr>
              <a:defRPr sz="4575" b="1">
                <a:solidFill>
                  <a:srgbClr val="245BDD"/>
                </a:solidFill>
                <a:latin typeface="PingFang SC" panose="020B0400000000000000" charset="-122"/>
                <a:ea typeface="PingFang SC" panose="020B0400000000000000" charset="-122"/>
                <a:cs typeface="PingFang SC" panose="020B0400000000000000" charset="-122"/>
              </a:defRPr>
            </a:defPPr>
            <a:lvl1pPr>
              <a:buNone/>
              <a:defRPr sz="4575" b="1">
                <a:solidFill>
                  <a:srgbClr val="245BDD"/>
                </a:solidFill>
                <a:latin typeface="PingFang SC" panose="020B0400000000000000" charset="-122"/>
                <a:ea typeface="PingFang SC" panose="020B0400000000000000" charset="-122"/>
                <a:cs typeface="PingFang SC" panose="020B0400000000000000" charset="-122"/>
              </a:defRPr>
            </a:lvl1pPr>
            <a:lvl2pPr>
              <a:buNone/>
              <a:defRPr sz="4575" b="1">
                <a:solidFill>
                  <a:srgbClr val="245BDD"/>
                </a:solidFill>
                <a:latin typeface="PingFang SC" panose="020B0400000000000000" charset="-122"/>
                <a:ea typeface="PingFang SC" panose="020B0400000000000000" charset="-122"/>
                <a:cs typeface="PingFang SC" panose="020B0400000000000000" charset="-122"/>
              </a:defRPr>
            </a:lvl2pPr>
            <a:lvl3pPr>
              <a:buNone/>
              <a:defRPr sz="4575" b="1">
                <a:solidFill>
                  <a:srgbClr val="245BDD"/>
                </a:solidFill>
                <a:latin typeface="PingFang SC" panose="020B0400000000000000" charset="-122"/>
                <a:ea typeface="PingFang SC" panose="020B0400000000000000" charset="-122"/>
                <a:cs typeface="PingFang SC" panose="020B0400000000000000" charset="-122"/>
              </a:defRPr>
            </a:lvl3pPr>
            <a:lvl4pPr>
              <a:buNone/>
              <a:defRPr sz="4575" b="1">
                <a:solidFill>
                  <a:srgbClr val="245BDD"/>
                </a:solidFill>
                <a:latin typeface="PingFang SC" panose="020B0400000000000000" charset="-122"/>
                <a:ea typeface="PingFang SC" panose="020B0400000000000000" charset="-122"/>
                <a:cs typeface="PingFang SC" panose="020B0400000000000000" charset="-122"/>
              </a:defRPr>
            </a:lvl4pPr>
            <a:lvl5pPr>
              <a:buNone/>
              <a:defRPr sz="4575" b="1">
                <a:solidFill>
                  <a:srgbClr val="245BDD"/>
                </a:solidFill>
                <a:latin typeface="PingFang SC" panose="020B0400000000000000" charset="-122"/>
                <a:ea typeface="PingFang SC" panose="020B0400000000000000" charset="-122"/>
                <a:cs typeface="PingFang SC" panose="020B0400000000000000" charset="-122"/>
              </a:defRPr>
            </a:lvl5pPr>
            <a:lvl6pPr>
              <a:buNone/>
              <a:defRPr sz="4575" b="1">
                <a:solidFill>
                  <a:srgbClr val="245BDD"/>
                </a:solidFill>
                <a:latin typeface="PingFang SC" panose="020B0400000000000000" charset="-122"/>
                <a:ea typeface="PingFang SC" panose="020B0400000000000000" charset="-122"/>
                <a:cs typeface="PingFang SC" panose="020B0400000000000000" charset="-122"/>
              </a:defRPr>
            </a:lvl6pPr>
            <a:lvl7pPr>
              <a:buNone/>
              <a:defRPr sz="4575" b="1">
                <a:solidFill>
                  <a:srgbClr val="245BDD"/>
                </a:solidFill>
                <a:latin typeface="PingFang SC" panose="020B0400000000000000" charset="-122"/>
                <a:ea typeface="PingFang SC" panose="020B0400000000000000" charset="-122"/>
                <a:cs typeface="PingFang SC" panose="020B0400000000000000" charset="-122"/>
              </a:defRPr>
            </a:lvl7pPr>
            <a:lvl8pPr>
              <a:buNone/>
              <a:defRPr sz="4575" b="1">
                <a:solidFill>
                  <a:srgbClr val="245BDD"/>
                </a:solidFill>
                <a:latin typeface="PingFang SC" panose="020B0400000000000000" charset="-122"/>
                <a:ea typeface="PingFang SC" panose="020B0400000000000000" charset="-122"/>
                <a:cs typeface="PingFang SC" panose="020B0400000000000000" charset="-122"/>
              </a:defRPr>
            </a:lvl8pPr>
            <a:lvl9pPr>
              <a:buNone/>
              <a:defRPr sz="4575"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4575" b="1">
                <a:solidFill>
                  <a:srgbClr val="245BDD"/>
                </a:solidFill>
                <a:latin typeface="PingFang SC" panose="020B0400000000000000" charset="-122"/>
                <a:ea typeface="PingFang SC" panose="020B0400000000000000" charset="-122"/>
                <a:cs typeface="PingFang SC" panose="020B0400000000000000" charset="-122"/>
              </a:defRPr>
            </a:pPr>
            <a:r>
              <a:rPr sz="4575" b="1">
                <a:solidFill>
                  <a:srgbClr val="245BDD"/>
                </a:solidFill>
                <a:latin typeface="PingFang SC" panose="020B0400000000000000" charset="-122"/>
                <a:ea typeface="PingFang SC" panose="020B0400000000000000" charset="-122"/>
                <a:cs typeface="PingFang SC" panose="020B0400000000000000" charset="-122"/>
              </a:rPr>
              <a:t>14,311</a:t>
            </a:r>
            <a:endParaRPr sz="45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638175" y="2800350"/>
            <a:ext cx="2571750" cy="428625"/>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buNone/>
              <a:defRPr sz="2025" b="0">
                <a:solidFill>
                  <a:srgbClr val="53627A"/>
                </a:solidFill>
                <a:latin typeface="PingFang SC" panose="020B0400000000000000" charset="-122"/>
                <a:ea typeface="PingFang SC" panose="020B0400000000000000" charset="-122"/>
                <a:cs typeface="PingFang SC" panose="020B0400000000000000" charset="-122"/>
              </a:defRPr>
            </a:lvl1pPr>
            <a:lvl2pPr>
              <a:buNone/>
              <a:defRPr sz="2025" b="0">
                <a:solidFill>
                  <a:srgbClr val="53627A"/>
                </a:solidFill>
                <a:latin typeface="PingFang SC" panose="020B0400000000000000" charset="-122"/>
                <a:ea typeface="PingFang SC" panose="020B0400000000000000" charset="-122"/>
                <a:cs typeface="PingFang SC" panose="020B0400000000000000" charset="-122"/>
              </a:defRPr>
            </a:lvl2pPr>
            <a:lvl3pPr>
              <a:buNone/>
              <a:defRPr sz="2025" b="0">
                <a:solidFill>
                  <a:srgbClr val="53627A"/>
                </a:solidFill>
                <a:latin typeface="PingFang SC" panose="020B0400000000000000" charset="-122"/>
                <a:ea typeface="PingFang SC" panose="020B0400000000000000" charset="-122"/>
                <a:cs typeface="PingFang SC" panose="020B0400000000000000" charset="-122"/>
              </a:defRPr>
            </a:lvl3pPr>
            <a:lvl4pPr>
              <a:buNone/>
              <a:defRPr sz="2025" b="0">
                <a:solidFill>
                  <a:srgbClr val="53627A"/>
                </a:solidFill>
                <a:latin typeface="PingFang SC" panose="020B0400000000000000" charset="-122"/>
                <a:ea typeface="PingFang SC" panose="020B0400000000000000" charset="-122"/>
                <a:cs typeface="PingFang SC" panose="020B0400000000000000" charset="-122"/>
              </a:defRPr>
            </a:lvl4pPr>
            <a:lvl5pPr>
              <a:buNone/>
              <a:defRPr sz="2025" b="0">
                <a:solidFill>
                  <a:srgbClr val="53627A"/>
                </a:solidFill>
                <a:latin typeface="PingFang SC" panose="020B0400000000000000" charset="-122"/>
                <a:ea typeface="PingFang SC" panose="020B0400000000000000" charset="-122"/>
                <a:cs typeface="PingFang SC" panose="020B0400000000000000" charset="-122"/>
              </a:defRPr>
            </a:lvl5pPr>
            <a:lvl6pPr>
              <a:buNone/>
              <a:defRPr sz="2025" b="0">
                <a:solidFill>
                  <a:srgbClr val="53627A"/>
                </a:solidFill>
                <a:latin typeface="PingFang SC" panose="020B0400000000000000" charset="-122"/>
                <a:ea typeface="PingFang SC" panose="020B0400000000000000" charset="-122"/>
                <a:cs typeface="PingFang SC" panose="020B0400000000000000" charset="-122"/>
              </a:defRPr>
            </a:lvl6pPr>
            <a:lvl7pPr>
              <a:buNone/>
              <a:defRPr sz="2025" b="0">
                <a:solidFill>
                  <a:srgbClr val="53627A"/>
                </a:solidFill>
                <a:latin typeface="PingFang SC" panose="020B0400000000000000" charset="-122"/>
                <a:ea typeface="PingFang SC" panose="020B0400000000000000" charset="-122"/>
                <a:cs typeface="PingFang SC" panose="020B0400000000000000" charset="-122"/>
              </a:defRPr>
            </a:lvl7pPr>
            <a:lvl8pPr>
              <a:buNone/>
              <a:defRPr sz="2025" b="0">
                <a:solidFill>
                  <a:srgbClr val="53627A"/>
                </a:solidFill>
                <a:latin typeface="PingFang SC" panose="020B0400000000000000" charset="-122"/>
                <a:ea typeface="PingFang SC" panose="020B0400000000000000" charset="-122"/>
                <a:cs typeface="PingFang SC" panose="020B0400000000000000" charset="-122"/>
              </a:defRPr>
            </a:lvl8pPr>
            <a:lvl9pPr>
              <a:buNone/>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原文字符</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3467100" y="1819275"/>
            <a:ext cx="2667000" cy="857250"/>
          </a:xfrm>
          <a:prstGeom prst="rect">
            <a:avLst/>
          </a:prstGeom>
          <a:noFill/>
          <a:ln w="0">
            <a:noFill/>
          </a:ln>
        </p:spPr>
        <p:txBody>
          <a:bodyPr lIns="0" tIns="0" rIns="0" bIns="0"/>
          <a:lstStyle>
            <a:defPPr>
              <a:defRPr sz="4575" b="1">
                <a:solidFill>
                  <a:srgbClr val="245BDD"/>
                </a:solidFill>
                <a:latin typeface="PingFang SC" panose="020B0400000000000000" charset="-122"/>
                <a:ea typeface="PingFang SC" panose="020B0400000000000000" charset="-122"/>
                <a:cs typeface="PingFang SC" panose="020B0400000000000000" charset="-122"/>
              </a:defRPr>
            </a:defPPr>
            <a:lvl1pPr>
              <a:buNone/>
              <a:defRPr sz="4575" b="1">
                <a:solidFill>
                  <a:srgbClr val="245BDD"/>
                </a:solidFill>
                <a:latin typeface="PingFang SC" panose="020B0400000000000000" charset="-122"/>
                <a:ea typeface="PingFang SC" panose="020B0400000000000000" charset="-122"/>
                <a:cs typeface="PingFang SC" panose="020B0400000000000000" charset="-122"/>
              </a:defRPr>
            </a:lvl1pPr>
            <a:lvl2pPr>
              <a:buNone/>
              <a:defRPr sz="4575" b="1">
                <a:solidFill>
                  <a:srgbClr val="245BDD"/>
                </a:solidFill>
                <a:latin typeface="PingFang SC" panose="020B0400000000000000" charset="-122"/>
                <a:ea typeface="PingFang SC" panose="020B0400000000000000" charset="-122"/>
                <a:cs typeface="PingFang SC" panose="020B0400000000000000" charset="-122"/>
              </a:defRPr>
            </a:lvl2pPr>
            <a:lvl3pPr>
              <a:buNone/>
              <a:defRPr sz="4575" b="1">
                <a:solidFill>
                  <a:srgbClr val="245BDD"/>
                </a:solidFill>
                <a:latin typeface="PingFang SC" panose="020B0400000000000000" charset="-122"/>
                <a:ea typeface="PingFang SC" panose="020B0400000000000000" charset="-122"/>
                <a:cs typeface="PingFang SC" panose="020B0400000000000000" charset="-122"/>
              </a:defRPr>
            </a:lvl3pPr>
            <a:lvl4pPr>
              <a:buNone/>
              <a:defRPr sz="4575" b="1">
                <a:solidFill>
                  <a:srgbClr val="245BDD"/>
                </a:solidFill>
                <a:latin typeface="PingFang SC" panose="020B0400000000000000" charset="-122"/>
                <a:ea typeface="PingFang SC" panose="020B0400000000000000" charset="-122"/>
                <a:cs typeface="PingFang SC" panose="020B0400000000000000" charset="-122"/>
              </a:defRPr>
            </a:lvl4pPr>
            <a:lvl5pPr>
              <a:buNone/>
              <a:defRPr sz="4575" b="1">
                <a:solidFill>
                  <a:srgbClr val="245BDD"/>
                </a:solidFill>
                <a:latin typeface="PingFang SC" panose="020B0400000000000000" charset="-122"/>
                <a:ea typeface="PingFang SC" panose="020B0400000000000000" charset="-122"/>
                <a:cs typeface="PingFang SC" panose="020B0400000000000000" charset="-122"/>
              </a:defRPr>
            </a:lvl5pPr>
            <a:lvl6pPr>
              <a:buNone/>
              <a:defRPr sz="4575" b="1">
                <a:solidFill>
                  <a:srgbClr val="245BDD"/>
                </a:solidFill>
                <a:latin typeface="PingFang SC" panose="020B0400000000000000" charset="-122"/>
                <a:ea typeface="PingFang SC" panose="020B0400000000000000" charset="-122"/>
                <a:cs typeface="PingFang SC" panose="020B0400000000000000" charset="-122"/>
              </a:defRPr>
            </a:lvl6pPr>
            <a:lvl7pPr>
              <a:buNone/>
              <a:defRPr sz="4575" b="1">
                <a:solidFill>
                  <a:srgbClr val="245BDD"/>
                </a:solidFill>
                <a:latin typeface="PingFang SC" panose="020B0400000000000000" charset="-122"/>
                <a:ea typeface="PingFang SC" panose="020B0400000000000000" charset="-122"/>
                <a:cs typeface="PingFang SC" panose="020B0400000000000000" charset="-122"/>
              </a:defRPr>
            </a:lvl7pPr>
            <a:lvl8pPr>
              <a:buNone/>
              <a:defRPr sz="4575" b="1">
                <a:solidFill>
                  <a:srgbClr val="245BDD"/>
                </a:solidFill>
                <a:latin typeface="PingFang SC" panose="020B0400000000000000" charset="-122"/>
                <a:ea typeface="PingFang SC" panose="020B0400000000000000" charset="-122"/>
                <a:cs typeface="PingFang SC" panose="020B0400000000000000" charset="-122"/>
              </a:defRPr>
            </a:lvl8pPr>
            <a:lvl9pPr>
              <a:buNone/>
              <a:defRPr sz="4575"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4575" b="1">
                <a:solidFill>
                  <a:srgbClr val="245BDD"/>
                </a:solidFill>
                <a:latin typeface="PingFang SC" panose="020B0400000000000000" charset="-122"/>
                <a:ea typeface="PingFang SC" panose="020B0400000000000000" charset="-122"/>
                <a:cs typeface="PingFang SC" panose="020B0400000000000000" charset="-122"/>
              </a:defRPr>
            </a:pPr>
            <a:r>
              <a:rPr sz="4575" b="1">
                <a:solidFill>
                  <a:srgbClr val="245BDD"/>
                </a:solidFill>
                <a:latin typeface="PingFang SC" panose="020B0400000000000000" charset="-122"/>
                <a:ea typeface="PingFang SC" panose="020B0400000000000000" charset="-122"/>
                <a:cs typeface="PingFang SC" panose="020B0400000000000000" charset="-122"/>
              </a:rPr>
              <a:t>5</a:t>
            </a:r>
            <a:endParaRPr sz="45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6" name="矩形 5"/>
          <p:cNvSpPr>
            <a:spLocks noGrp="1"/>
          </p:cNvSpPr>
          <p:nvPr/>
        </p:nvSpPr>
        <p:spPr>
          <a:xfrm>
            <a:off x="3495675" y="2800350"/>
            <a:ext cx="2571750" cy="428625"/>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buNone/>
              <a:defRPr sz="2025" b="0">
                <a:solidFill>
                  <a:srgbClr val="53627A"/>
                </a:solidFill>
                <a:latin typeface="PingFang SC" panose="020B0400000000000000" charset="-122"/>
                <a:ea typeface="PingFang SC" panose="020B0400000000000000" charset="-122"/>
                <a:cs typeface="PingFang SC" panose="020B0400000000000000" charset="-122"/>
              </a:defRPr>
            </a:lvl1pPr>
            <a:lvl2pPr>
              <a:buNone/>
              <a:defRPr sz="2025" b="0">
                <a:solidFill>
                  <a:srgbClr val="53627A"/>
                </a:solidFill>
                <a:latin typeface="PingFang SC" panose="020B0400000000000000" charset="-122"/>
                <a:ea typeface="PingFang SC" panose="020B0400000000000000" charset="-122"/>
                <a:cs typeface="PingFang SC" panose="020B0400000000000000" charset="-122"/>
              </a:defRPr>
            </a:lvl2pPr>
            <a:lvl3pPr>
              <a:buNone/>
              <a:defRPr sz="2025" b="0">
                <a:solidFill>
                  <a:srgbClr val="53627A"/>
                </a:solidFill>
                <a:latin typeface="PingFang SC" panose="020B0400000000000000" charset="-122"/>
                <a:ea typeface="PingFang SC" panose="020B0400000000000000" charset="-122"/>
                <a:cs typeface="PingFang SC" panose="020B0400000000000000" charset="-122"/>
              </a:defRPr>
            </a:lvl3pPr>
            <a:lvl4pPr>
              <a:buNone/>
              <a:defRPr sz="2025" b="0">
                <a:solidFill>
                  <a:srgbClr val="53627A"/>
                </a:solidFill>
                <a:latin typeface="PingFang SC" panose="020B0400000000000000" charset="-122"/>
                <a:ea typeface="PingFang SC" panose="020B0400000000000000" charset="-122"/>
                <a:cs typeface="PingFang SC" panose="020B0400000000000000" charset="-122"/>
              </a:defRPr>
            </a:lvl4pPr>
            <a:lvl5pPr>
              <a:buNone/>
              <a:defRPr sz="2025" b="0">
                <a:solidFill>
                  <a:srgbClr val="53627A"/>
                </a:solidFill>
                <a:latin typeface="PingFang SC" panose="020B0400000000000000" charset="-122"/>
                <a:ea typeface="PingFang SC" panose="020B0400000000000000" charset="-122"/>
                <a:cs typeface="PingFang SC" panose="020B0400000000000000" charset="-122"/>
              </a:defRPr>
            </a:lvl5pPr>
            <a:lvl6pPr>
              <a:buNone/>
              <a:defRPr sz="2025" b="0">
                <a:solidFill>
                  <a:srgbClr val="53627A"/>
                </a:solidFill>
                <a:latin typeface="PingFang SC" panose="020B0400000000000000" charset="-122"/>
                <a:ea typeface="PingFang SC" panose="020B0400000000000000" charset="-122"/>
                <a:cs typeface="PingFang SC" panose="020B0400000000000000" charset="-122"/>
              </a:defRPr>
            </a:lvl6pPr>
            <a:lvl7pPr>
              <a:buNone/>
              <a:defRPr sz="2025" b="0">
                <a:solidFill>
                  <a:srgbClr val="53627A"/>
                </a:solidFill>
                <a:latin typeface="PingFang SC" panose="020B0400000000000000" charset="-122"/>
                <a:ea typeface="PingFang SC" panose="020B0400000000000000" charset="-122"/>
                <a:cs typeface="PingFang SC" panose="020B0400000000000000" charset="-122"/>
              </a:defRPr>
            </a:lvl7pPr>
            <a:lvl8pPr>
              <a:buNone/>
              <a:defRPr sz="2025" b="0">
                <a:solidFill>
                  <a:srgbClr val="53627A"/>
                </a:solidFill>
                <a:latin typeface="PingFang SC" panose="020B0400000000000000" charset="-122"/>
                <a:ea typeface="PingFang SC" panose="020B0400000000000000" charset="-122"/>
                <a:cs typeface="PingFang SC" panose="020B0400000000000000" charset="-122"/>
              </a:defRPr>
            </a:lvl8pPr>
            <a:lvl9pPr>
              <a:buNone/>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人物与角色</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7" name="矩形 6"/>
          <p:cNvSpPr>
            <a:spLocks noGrp="1"/>
          </p:cNvSpPr>
          <p:nvPr/>
        </p:nvSpPr>
        <p:spPr>
          <a:xfrm>
            <a:off x="6324600" y="1819275"/>
            <a:ext cx="2667000" cy="857250"/>
          </a:xfrm>
          <a:prstGeom prst="rect">
            <a:avLst/>
          </a:prstGeom>
          <a:noFill/>
          <a:ln w="0">
            <a:noFill/>
          </a:ln>
        </p:spPr>
        <p:txBody>
          <a:bodyPr lIns="0" tIns="0" rIns="0" bIns="0"/>
          <a:lstStyle>
            <a:defPPr>
              <a:defRPr sz="4575" b="1">
                <a:solidFill>
                  <a:srgbClr val="245BDD"/>
                </a:solidFill>
                <a:latin typeface="PingFang SC" panose="020B0400000000000000" charset="-122"/>
                <a:ea typeface="PingFang SC" panose="020B0400000000000000" charset="-122"/>
                <a:cs typeface="PingFang SC" panose="020B0400000000000000" charset="-122"/>
              </a:defRPr>
            </a:defPPr>
            <a:lvl1pPr>
              <a:buNone/>
              <a:defRPr sz="4575" b="1">
                <a:solidFill>
                  <a:srgbClr val="245BDD"/>
                </a:solidFill>
                <a:latin typeface="PingFang SC" panose="020B0400000000000000" charset="-122"/>
                <a:ea typeface="PingFang SC" panose="020B0400000000000000" charset="-122"/>
                <a:cs typeface="PingFang SC" panose="020B0400000000000000" charset="-122"/>
              </a:defRPr>
            </a:lvl1pPr>
            <a:lvl2pPr>
              <a:buNone/>
              <a:defRPr sz="4575" b="1">
                <a:solidFill>
                  <a:srgbClr val="245BDD"/>
                </a:solidFill>
                <a:latin typeface="PingFang SC" panose="020B0400000000000000" charset="-122"/>
                <a:ea typeface="PingFang SC" panose="020B0400000000000000" charset="-122"/>
                <a:cs typeface="PingFang SC" panose="020B0400000000000000" charset="-122"/>
              </a:defRPr>
            </a:lvl2pPr>
            <a:lvl3pPr>
              <a:buNone/>
              <a:defRPr sz="4575" b="1">
                <a:solidFill>
                  <a:srgbClr val="245BDD"/>
                </a:solidFill>
                <a:latin typeface="PingFang SC" panose="020B0400000000000000" charset="-122"/>
                <a:ea typeface="PingFang SC" panose="020B0400000000000000" charset="-122"/>
                <a:cs typeface="PingFang SC" panose="020B0400000000000000" charset="-122"/>
              </a:defRPr>
            </a:lvl3pPr>
            <a:lvl4pPr>
              <a:buNone/>
              <a:defRPr sz="4575" b="1">
                <a:solidFill>
                  <a:srgbClr val="245BDD"/>
                </a:solidFill>
                <a:latin typeface="PingFang SC" panose="020B0400000000000000" charset="-122"/>
                <a:ea typeface="PingFang SC" panose="020B0400000000000000" charset="-122"/>
                <a:cs typeface="PingFang SC" panose="020B0400000000000000" charset="-122"/>
              </a:defRPr>
            </a:lvl4pPr>
            <a:lvl5pPr>
              <a:buNone/>
              <a:defRPr sz="4575" b="1">
                <a:solidFill>
                  <a:srgbClr val="245BDD"/>
                </a:solidFill>
                <a:latin typeface="PingFang SC" panose="020B0400000000000000" charset="-122"/>
                <a:ea typeface="PingFang SC" panose="020B0400000000000000" charset="-122"/>
                <a:cs typeface="PingFang SC" panose="020B0400000000000000" charset="-122"/>
              </a:defRPr>
            </a:lvl5pPr>
            <a:lvl6pPr>
              <a:buNone/>
              <a:defRPr sz="4575" b="1">
                <a:solidFill>
                  <a:srgbClr val="245BDD"/>
                </a:solidFill>
                <a:latin typeface="PingFang SC" panose="020B0400000000000000" charset="-122"/>
                <a:ea typeface="PingFang SC" panose="020B0400000000000000" charset="-122"/>
                <a:cs typeface="PingFang SC" panose="020B0400000000000000" charset="-122"/>
              </a:defRPr>
            </a:lvl6pPr>
            <a:lvl7pPr>
              <a:buNone/>
              <a:defRPr sz="4575" b="1">
                <a:solidFill>
                  <a:srgbClr val="245BDD"/>
                </a:solidFill>
                <a:latin typeface="PingFang SC" panose="020B0400000000000000" charset="-122"/>
                <a:ea typeface="PingFang SC" panose="020B0400000000000000" charset="-122"/>
                <a:cs typeface="PingFang SC" panose="020B0400000000000000" charset="-122"/>
              </a:defRPr>
            </a:lvl7pPr>
            <a:lvl8pPr>
              <a:buNone/>
              <a:defRPr sz="4575" b="1">
                <a:solidFill>
                  <a:srgbClr val="245BDD"/>
                </a:solidFill>
                <a:latin typeface="PingFang SC" panose="020B0400000000000000" charset="-122"/>
                <a:ea typeface="PingFang SC" panose="020B0400000000000000" charset="-122"/>
                <a:cs typeface="PingFang SC" panose="020B0400000000000000" charset="-122"/>
              </a:defRPr>
            </a:lvl8pPr>
            <a:lvl9pPr>
              <a:buNone/>
              <a:defRPr sz="4575"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4575" b="1">
                <a:solidFill>
                  <a:srgbClr val="245BDD"/>
                </a:solidFill>
                <a:latin typeface="PingFang SC" panose="020B0400000000000000" charset="-122"/>
                <a:ea typeface="PingFang SC" panose="020B0400000000000000" charset="-122"/>
                <a:cs typeface="PingFang SC" panose="020B0400000000000000" charset="-122"/>
              </a:defRPr>
            </a:pPr>
            <a:r>
              <a:rPr sz="4575" b="1">
                <a:solidFill>
                  <a:srgbClr val="245BDD"/>
                </a:solidFill>
                <a:latin typeface="PingFang SC" panose="020B0400000000000000" charset="-122"/>
                <a:ea typeface="PingFang SC" panose="020B0400000000000000" charset="-122"/>
                <a:cs typeface="PingFang SC" panose="020B0400000000000000" charset="-122"/>
              </a:rPr>
              <a:t>100</a:t>
            </a:r>
            <a:endParaRPr sz="45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8" name="矩形 7"/>
          <p:cNvSpPr>
            <a:spLocks noGrp="1"/>
          </p:cNvSpPr>
          <p:nvPr/>
        </p:nvSpPr>
        <p:spPr>
          <a:xfrm>
            <a:off x="6353175" y="2800350"/>
            <a:ext cx="2571750" cy="428625"/>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buNone/>
              <a:defRPr sz="2025" b="0">
                <a:solidFill>
                  <a:srgbClr val="53627A"/>
                </a:solidFill>
                <a:latin typeface="PingFang SC" panose="020B0400000000000000" charset="-122"/>
                <a:ea typeface="PingFang SC" panose="020B0400000000000000" charset="-122"/>
                <a:cs typeface="PingFang SC" panose="020B0400000000000000" charset="-122"/>
              </a:defRPr>
            </a:lvl1pPr>
            <a:lvl2pPr>
              <a:buNone/>
              <a:defRPr sz="2025" b="0">
                <a:solidFill>
                  <a:srgbClr val="53627A"/>
                </a:solidFill>
                <a:latin typeface="PingFang SC" panose="020B0400000000000000" charset="-122"/>
                <a:ea typeface="PingFang SC" panose="020B0400000000000000" charset="-122"/>
                <a:cs typeface="PingFang SC" panose="020B0400000000000000" charset="-122"/>
              </a:defRPr>
            </a:lvl2pPr>
            <a:lvl3pPr>
              <a:buNone/>
              <a:defRPr sz="2025" b="0">
                <a:solidFill>
                  <a:srgbClr val="53627A"/>
                </a:solidFill>
                <a:latin typeface="PingFang SC" panose="020B0400000000000000" charset="-122"/>
                <a:ea typeface="PingFang SC" panose="020B0400000000000000" charset="-122"/>
                <a:cs typeface="PingFang SC" panose="020B0400000000000000" charset="-122"/>
              </a:defRPr>
            </a:lvl3pPr>
            <a:lvl4pPr>
              <a:buNone/>
              <a:defRPr sz="2025" b="0">
                <a:solidFill>
                  <a:srgbClr val="53627A"/>
                </a:solidFill>
                <a:latin typeface="PingFang SC" panose="020B0400000000000000" charset="-122"/>
                <a:ea typeface="PingFang SC" panose="020B0400000000000000" charset="-122"/>
                <a:cs typeface="PingFang SC" panose="020B0400000000000000" charset="-122"/>
              </a:defRPr>
            </a:lvl4pPr>
            <a:lvl5pPr>
              <a:buNone/>
              <a:defRPr sz="2025" b="0">
                <a:solidFill>
                  <a:srgbClr val="53627A"/>
                </a:solidFill>
                <a:latin typeface="PingFang SC" panose="020B0400000000000000" charset="-122"/>
                <a:ea typeface="PingFang SC" panose="020B0400000000000000" charset="-122"/>
                <a:cs typeface="PingFang SC" panose="020B0400000000000000" charset="-122"/>
              </a:defRPr>
            </a:lvl5pPr>
            <a:lvl6pPr>
              <a:buNone/>
              <a:defRPr sz="2025" b="0">
                <a:solidFill>
                  <a:srgbClr val="53627A"/>
                </a:solidFill>
                <a:latin typeface="PingFang SC" panose="020B0400000000000000" charset="-122"/>
                <a:ea typeface="PingFang SC" panose="020B0400000000000000" charset="-122"/>
                <a:cs typeface="PingFang SC" panose="020B0400000000000000" charset="-122"/>
              </a:defRPr>
            </a:lvl6pPr>
            <a:lvl7pPr>
              <a:buNone/>
              <a:defRPr sz="2025" b="0">
                <a:solidFill>
                  <a:srgbClr val="53627A"/>
                </a:solidFill>
                <a:latin typeface="PingFang SC" panose="020B0400000000000000" charset="-122"/>
                <a:ea typeface="PingFang SC" panose="020B0400000000000000" charset="-122"/>
                <a:cs typeface="PingFang SC" panose="020B0400000000000000" charset="-122"/>
              </a:defRPr>
            </a:lvl7pPr>
            <a:lvl8pPr>
              <a:buNone/>
              <a:defRPr sz="2025" b="0">
                <a:solidFill>
                  <a:srgbClr val="53627A"/>
                </a:solidFill>
                <a:latin typeface="PingFang SC" panose="020B0400000000000000" charset="-122"/>
                <a:ea typeface="PingFang SC" panose="020B0400000000000000" charset="-122"/>
                <a:cs typeface="PingFang SC" panose="020B0400000000000000" charset="-122"/>
              </a:defRPr>
            </a:lvl8pPr>
            <a:lvl9pPr>
              <a:buNone/>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生成的小段</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9" name="矩形 8"/>
          <p:cNvSpPr>
            <a:spLocks noGrp="1"/>
          </p:cNvSpPr>
          <p:nvPr/>
        </p:nvSpPr>
        <p:spPr>
          <a:xfrm>
            <a:off x="9182100" y="1819275"/>
            <a:ext cx="2667000" cy="857250"/>
          </a:xfrm>
          <a:prstGeom prst="rect">
            <a:avLst/>
          </a:prstGeom>
          <a:noFill/>
          <a:ln w="0">
            <a:noFill/>
          </a:ln>
        </p:spPr>
        <p:txBody>
          <a:bodyPr lIns="0" tIns="0" rIns="0" bIns="0"/>
          <a:lstStyle>
            <a:defPPr>
              <a:defRPr sz="4575" b="1">
                <a:solidFill>
                  <a:srgbClr val="245BDD"/>
                </a:solidFill>
                <a:latin typeface="PingFang SC" panose="020B0400000000000000" charset="-122"/>
                <a:ea typeface="PingFang SC" panose="020B0400000000000000" charset="-122"/>
                <a:cs typeface="PingFang SC" panose="020B0400000000000000" charset="-122"/>
              </a:defRPr>
            </a:defPPr>
            <a:lvl1pPr>
              <a:buNone/>
              <a:defRPr sz="4575" b="1">
                <a:solidFill>
                  <a:srgbClr val="245BDD"/>
                </a:solidFill>
                <a:latin typeface="PingFang SC" panose="020B0400000000000000" charset="-122"/>
                <a:ea typeface="PingFang SC" panose="020B0400000000000000" charset="-122"/>
                <a:cs typeface="PingFang SC" panose="020B0400000000000000" charset="-122"/>
              </a:defRPr>
            </a:lvl1pPr>
            <a:lvl2pPr>
              <a:buNone/>
              <a:defRPr sz="4575" b="1">
                <a:solidFill>
                  <a:srgbClr val="245BDD"/>
                </a:solidFill>
                <a:latin typeface="PingFang SC" panose="020B0400000000000000" charset="-122"/>
                <a:ea typeface="PingFang SC" panose="020B0400000000000000" charset="-122"/>
                <a:cs typeface="PingFang SC" panose="020B0400000000000000" charset="-122"/>
              </a:defRPr>
            </a:lvl2pPr>
            <a:lvl3pPr>
              <a:buNone/>
              <a:defRPr sz="4575" b="1">
                <a:solidFill>
                  <a:srgbClr val="245BDD"/>
                </a:solidFill>
                <a:latin typeface="PingFang SC" panose="020B0400000000000000" charset="-122"/>
                <a:ea typeface="PingFang SC" panose="020B0400000000000000" charset="-122"/>
                <a:cs typeface="PingFang SC" panose="020B0400000000000000" charset="-122"/>
              </a:defRPr>
            </a:lvl3pPr>
            <a:lvl4pPr>
              <a:buNone/>
              <a:defRPr sz="4575" b="1">
                <a:solidFill>
                  <a:srgbClr val="245BDD"/>
                </a:solidFill>
                <a:latin typeface="PingFang SC" panose="020B0400000000000000" charset="-122"/>
                <a:ea typeface="PingFang SC" panose="020B0400000000000000" charset="-122"/>
                <a:cs typeface="PingFang SC" panose="020B0400000000000000" charset="-122"/>
              </a:defRPr>
            </a:lvl4pPr>
            <a:lvl5pPr>
              <a:buNone/>
              <a:defRPr sz="4575" b="1">
                <a:solidFill>
                  <a:srgbClr val="245BDD"/>
                </a:solidFill>
                <a:latin typeface="PingFang SC" panose="020B0400000000000000" charset="-122"/>
                <a:ea typeface="PingFang SC" panose="020B0400000000000000" charset="-122"/>
                <a:cs typeface="PingFang SC" panose="020B0400000000000000" charset="-122"/>
              </a:defRPr>
            </a:lvl5pPr>
            <a:lvl6pPr>
              <a:buNone/>
              <a:defRPr sz="4575" b="1">
                <a:solidFill>
                  <a:srgbClr val="245BDD"/>
                </a:solidFill>
                <a:latin typeface="PingFang SC" panose="020B0400000000000000" charset="-122"/>
                <a:ea typeface="PingFang SC" panose="020B0400000000000000" charset="-122"/>
                <a:cs typeface="PingFang SC" panose="020B0400000000000000" charset="-122"/>
              </a:defRPr>
            </a:lvl6pPr>
            <a:lvl7pPr>
              <a:buNone/>
              <a:defRPr sz="4575" b="1">
                <a:solidFill>
                  <a:srgbClr val="245BDD"/>
                </a:solidFill>
                <a:latin typeface="PingFang SC" panose="020B0400000000000000" charset="-122"/>
                <a:ea typeface="PingFang SC" panose="020B0400000000000000" charset="-122"/>
                <a:cs typeface="PingFang SC" panose="020B0400000000000000" charset="-122"/>
              </a:defRPr>
            </a:lvl7pPr>
            <a:lvl8pPr>
              <a:buNone/>
              <a:defRPr sz="4575" b="1">
                <a:solidFill>
                  <a:srgbClr val="245BDD"/>
                </a:solidFill>
                <a:latin typeface="PingFang SC" panose="020B0400000000000000" charset="-122"/>
                <a:ea typeface="PingFang SC" panose="020B0400000000000000" charset="-122"/>
                <a:cs typeface="PingFang SC" panose="020B0400000000000000" charset="-122"/>
              </a:defRPr>
            </a:lvl8pPr>
            <a:lvl9pPr>
              <a:buNone/>
              <a:defRPr sz="4575"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4575" b="1">
                <a:solidFill>
                  <a:srgbClr val="245BDD"/>
                </a:solidFill>
                <a:latin typeface="PingFang SC" panose="020B0400000000000000" charset="-122"/>
                <a:ea typeface="PingFang SC" panose="020B0400000000000000" charset="-122"/>
                <a:cs typeface="PingFang SC" panose="020B0400000000000000" charset="-122"/>
              </a:defRPr>
            </a:pPr>
            <a:r>
              <a:rPr sz="4575" b="1">
                <a:solidFill>
                  <a:srgbClr val="245BDD"/>
                </a:solidFill>
                <a:latin typeface="PingFang SC" panose="020B0400000000000000" charset="-122"/>
                <a:ea typeface="PingFang SC" panose="020B0400000000000000" charset="-122"/>
                <a:cs typeface="PingFang SC" panose="020B0400000000000000" charset="-122"/>
              </a:rPr>
              <a:t>99</a:t>
            </a:r>
            <a:endParaRPr sz="45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10" name="矩形 9"/>
          <p:cNvSpPr>
            <a:spLocks noGrp="1"/>
          </p:cNvSpPr>
          <p:nvPr/>
        </p:nvSpPr>
        <p:spPr>
          <a:xfrm>
            <a:off x="9210675" y="2800350"/>
            <a:ext cx="2571750" cy="428625"/>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buNone/>
              <a:defRPr sz="2025" b="0">
                <a:solidFill>
                  <a:srgbClr val="53627A"/>
                </a:solidFill>
                <a:latin typeface="PingFang SC" panose="020B0400000000000000" charset="-122"/>
                <a:ea typeface="PingFang SC" panose="020B0400000000000000" charset="-122"/>
                <a:cs typeface="PingFang SC" panose="020B0400000000000000" charset="-122"/>
              </a:defRPr>
            </a:lvl1pPr>
            <a:lvl2pPr>
              <a:buNone/>
              <a:defRPr sz="2025" b="0">
                <a:solidFill>
                  <a:srgbClr val="53627A"/>
                </a:solidFill>
                <a:latin typeface="PingFang SC" panose="020B0400000000000000" charset="-122"/>
                <a:ea typeface="PingFang SC" panose="020B0400000000000000" charset="-122"/>
                <a:cs typeface="PingFang SC" panose="020B0400000000000000" charset="-122"/>
              </a:defRPr>
            </a:lvl2pPr>
            <a:lvl3pPr>
              <a:buNone/>
              <a:defRPr sz="2025" b="0">
                <a:solidFill>
                  <a:srgbClr val="53627A"/>
                </a:solidFill>
                <a:latin typeface="PingFang SC" panose="020B0400000000000000" charset="-122"/>
                <a:ea typeface="PingFang SC" panose="020B0400000000000000" charset="-122"/>
                <a:cs typeface="PingFang SC" panose="020B0400000000000000" charset="-122"/>
              </a:defRPr>
            </a:lvl3pPr>
            <a:lvl4pPr>
              <a:buNone/>
              <a:defRPr sz="2025" b="0">
                <a:solidFill>
                  <a:srgbClr val="53627A"/>
                </a:solidFill>
                <a:latin typeface="PingFang SC" panose="020B0400000000000000" charset="-122"/>
                <a:ea typeface="PingFang SC" panose="020B0400000000000000" charset="-122"/>
                <a:cs typeface="PingFang SC" panose="020B0400000000000000" charset="-122"/>
              </a:defRPr>
            </a:lvl4pPr>
            <a:lvl5pPr>
              <a:buNone/>
              <a:defRPr sz="2025" b="0">
                <a:solidFill>
                  <a:srgbClr val="53627A"/>
                </a:solidFill>
                <a:latin typeface="PingFang SC" panose="020B0400000000000000" charset="-122"/>
                <a:ea typeface="PingFang SC" panose="020B0400000000000000" charset="-122"/>
                <a:cs typeface="PingFang SC" panose="020B0400000000000000" charset="-122"/>
              </a:defRPr>
            </a:lvl5pPr>
            <a:lvl6pPr>
              <a:buNone/>
              <a:defRPr sz="2025" b="0">
                <a:solidFill>
                  <a:srgbClr val="53627A"/>
                </a:solidFill>
                <a:latin typeface="PingFang SC" panose="020B0400000000000000" charset="-122"/>
                <a:ea typeface="PingFang SC" panose="020B0400000000000000" charset="-122"/>
                <a:cs typeface="PingFang SC" panose="020B0400000000000000" charset="-122"/>
              </a:defRPr>
            </a:lvl6pPr>
            <a:lvl7pPr>
              <a:buNone/>
              <a:defRPr sz="2025" b="0">
                <a:solidFill>
                  <a:srgbClr val="53627A"/>
                </a:solidFill>
                <a:latin typeface="PingFang SC" panose="020B0400000000000000" charset="-122"/>
                <a:ea typeface="PingFang SC" panose="020B0400000000000000" charset="-122"/>
                <a:cs typeface="PingFang SC" panose="020B0400000000000000" charset="-122"/>
              </a:defRPr>
            </a:lvl7pPr>
            <a:lvl8pPr>
              <a:buNone/>
              <a:defRPr sz="2025" b="0">
                <a:solidFill>
                  <a:srgbClr val="53627A"/>
                </a:solidFill>
                <a:latin typeface="PingFang SC" panose="020B0400000000000000" charset="-122"/>
                <a:ea typeface="PingFang SC" panose="020B0400000000000000" charset="-122"/>
                <a:cs typeface="PingFang SC" panose="020B0400000000000000" charset="-122"/>
              </a:defRPr>
            </a:lvl8pPr>
            <a:lvl9pPr>
              <a:buNone/>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小段连接处</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graphicFrame>
        <p:nvGraphicFramePr>
          <p:cNvPr id="11" name="表格 10"/>
          <p:cNvGraphicFramePr/>
          <p:nvPr/>
        </p:nvGraphicFramePr>
        <p:xfrm>
          <a:off x="609600" y="3743325"/>
          <a:ext cx="10972800" cy="1952625"/>
        </p:xfrm>
        <a:graphic>
          <a:graphicData uri="http://schemas.openxmlformats.org/drawingml/2006/table">
            <a:tbl>
              <a:tblPr/>
              <a:tblGrid>
                <a:gridCol w="2286000"/>
                <a:gridCol w="8686800"/>
              </a:tblGrid>
              <a:tr h="488156">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阶段</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已经做了什么</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r>
              <a:tr h="488156">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首次生成</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完成约 15 分 32 秒的原始版本，保留原音频</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488156">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调整 Bryce 声音</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根据已确认的参考音，增加 67 次生成请求</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r h="488156">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修正具体问题</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处理重复和长停顿等问题，最新版本约 17 分 34 秒</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bl>
          </a:graphicData>
        </a:graphic>
      </p:graphicFrame>
      <p:sp>
        <p:nvSpPr>
          <p:cNvPr id="12" name="矩形 11"/>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版本时长不同，不能直接说明谁更好，已确认的局部也不代表整章全部通过</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sp>
        <p:nvSpPr>
          <p:cNvPr id="6" name="矩形 5"/>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哪些问题已经试听确认修好了</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33</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graphicFrame>
        <p:nvGraphicFramePr>
          <p:cNvPr id="3" name="表格 2"/>
          <p:cNvGraphicFramePr/>
          <p:nvPr/>
        </p:nvGraphicFramePr>
        <p:xfrm>
          <a:off x="609600" y="1724025"/>
          <a:ext cx="10972800" cy="3333750"/>
        </p:xfrm>
        <a:graphic>
          <a:graphicData uri="http://schemas.openxmlformats.org/drawingml/2006/table">
            <a:tbl>
              <a:tblPr/>
              <a:tblGrid>
                <a:gridCol w="2381250"/>
                <a:gridCol w="4191000"/>
                <a:gridCol w="4400550"/>
              </a:tblGrid>
              <a:tr h="666750">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问题位置</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做了什么修改</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已经确认的范围</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r>
              <a:tr h="666750">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R039 句尾重复</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留下完整正文，删多余重复</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保留的正常语音没改，局部试听通过</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666750">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R018 多读 No</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只留下原文要求的三次 No</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前后片段已核对，局部试听通过</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r h="666750">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J076 停顿太长</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只剪掉多余的无声部分</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两句之间约 1 秒，试听通过</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666750">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R034 开头反复读</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C’mon 改用 Come on! 来读</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发音及与前后句的连接试听通过</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bl>
          </a:graphicData>
        </a:graphic>
      </p:graphicFrame>
      <p:sp>
        <p:nvSpPr>
          <p:cNvPr id="4" name="矩形 3"/>
          <p:cNvSpPr>
            <a:spLocks noGrp="1"/>
          </p:cNvSpPr>
          <p:nvPr/>
        </p:nvSpPr>
        <p:spPr>
          <a:xfrm>
            <a:off x="609600" y="5324475"/>
            <a:ext cx="10953750" cy="552450"/>
          </a:xfrm>
          <a:prstGeom prst="rect">
            <a:avLst/>
          </a:prstGeom>
          <a:noFill/>
          <a:ln w="0">
            <a:noFill/>
          </a:ln>
        </p:spPr>
        <p:txBody>
          <a:bodyPr lIns="0" tIns="0" rIns="0" bIns="0"/>
          <a:lstStyle>
            <a:defPPr>
              <a:defRPr sz="2175" b="1">
                <a:solidFill>
                  <a:srgbClr val="245BDD"/>
                </a:solidFill>
                <a:latin typeface="PingFang SC" panose="020B0400000000000000" charset="-122"/>
                <a:ea typeface="PingFang SC" panose="020B0400000000000000" charset="-122"/>
                <a:cs typeface="PingFang SC" panose="020B0400000000000000" charset="-122"/>
              </a:defRPr>
            </a:defPPr>
            <a:lvl1pPr>
              <a:buNone/>
              <a:defRPr sz="2175" b="1">
                <a:solidFill>
                  <a:srgbClr val="245BDD"/>
                </a:solidFill>
                <a:latin typeface="PingFang SC" panose="020B0400000000000000" charset="-122"/>
                <a:ea typeface="PingFang SC" panose="020B0400000000000000" charset="-122"/>
                <a:cs typeface="PingFang SC" panose="020B0400000000000000" charset="-122"/>
              </a:defRPr>
            </a:lvl1pPr>
            <a:lvl2pPr>
              <a:buNone/>
              <a:defRPr sz="2175" b="1">
                <a:solidFill>
                  <a:srgbClr val="245BDD"/>
                </a:solidFill>
                <a:latin typeface="PingFang SC" panose="020B0400000000000000" charset="-122"/>
                <a:ea typeface="PingFang SC" panose="020B0400000000000000" charset="-122"/>
                <a:cs typeface="PingFang SC" panose="020B0400000000000000" charset="-122"/>
              </a:defRPr>
            </a:lvl2pPr>
            <a:lvl3pPr>
              <a:buNone/>
              <a:defRPr sz="2175" b="1">
                <a:solidFill>
                  <a:srgbClr val="245BDD"/>
                </a:solidFill>
                <a:latin typeface="PingFang SC" panose="020B0400000000000000" charset="-122"/>
                <a:ea typeface="PingFang SC" panose="020B0400000000000000" charset="-122"/>
                <a:cs typeface="PingFang SC" panose="020B0400000000000000" charset="-122"/>
              </a:defRPr>
            </a:lvl3pPr>
            <a:lvl4pPr>
              <a:buNone/>
              <a:defRPr sz="2175" b="1">
                <a:solidFill>
                  <a:srgbClr val="245BDD"/>
                </a:solidFill>
                <a:latin typeface="PingFang SC" panose="020B0400000000000000" charset="-122"/>
                <a:ea typeface="PingFang SC" panose="020B0400000000000000" charset="-122"/>
                <a:cs typeface="PingFang SC" panose="020B0400000000000000" charset="-122"/>
              </a:defRPr>
            </a:lvl4pPr>
            <a:lvl5pPr>
              <a:buNone/>
              <a:defRPr sz="2175" b="1">
                <a:solidFill>
                  <a:srgbClr val="245BDD"/>
                </a:solidFill>
                <a:latin typeface="PingFang SC" panose="020B0400000000000000" charset="-122"/>
                <a:ea typeface="PingFang SC" panose="020B0400000000000000" charset="-122"/>
                <a:cs typeface="PingFang SC" panose="020B0400000000000000" charset="-122"/>
              </a:defRPr>
            </a:lvl5pPr>
            <a:lvl6pPr>
              <a:buNone/>
              <a:defRPr sz="2175" b="1">
                <a:solidFill>
                  <a:srgbClr val="245BDD"/>
                </a:solidFill>
                <a:latin typeface="PingFang SC" panose="020B0400000000000000" charset="-122"/>
                <a:ea typeface="PingFang SC" panose="020B0400000000000000" charset="-122"/>
                <a:cs typeface="PingFang SC" panose="020B0400000000000000" charset="-122"/>
              </a:defRPr>
            </a:lvl6pPr>
            <a:lvl7pPr>
              <a:buNone/>
              <a:defRPr sz="2175" b="1">
                <a:solidFill>
                  <a:srgbClr val="245BDD"/>
                </a:solidFill>
                <a:latin typeface="PingFang SC" panose="020B0400000000000000" charset="-122"/>
                <a:ea typeface="PingFang SC" panose="020B0400000000000000" charset="-122"/>
                <a:cs typeface="PingFang SC" panose="020B0400000000000000" charset="-122"/>
              </a:defRPr>
            </a:lvl7pPr>
            <a:lvl8pPr>
              <a:buNone/>
              <a:defRPr sz="2175" b="1">
                <a:solidFill>
                  <a:srgbClr val="245BDD"/>
                </a:solidFill>
                <a:latin typeface="PingFang SC" panose="020B0400000000000000" charset="-122"/>
                <a:ea typeface="PingFang SC" panose="020B0400000000000000" charset="-122"/>
                <a:cs typeface="PingFang SC" panose="020B0400000000000000" charset="-122"/>
              </a:defRPr>
            </a:lvl8pPr>
            <a:lvl9pPr>
              <a:buNone/>
              <a:defRPr sz="2175"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175" b="1">
                <a:solidFill>
                  <a:srgbClr val="245BDD"/>
                </a:solidFill>
                <a:latin typeface="PingFang SC" panose="020B0400000000000000" charset="-122"/>
                <a:ea typeface="PingFang SC" panose="020B0400000000000000" charset="-122"/>
                <a:cs typeface="PingFang SC" panose="020B0400000000000000" charset="-122"/>
              </a:defRPr>
            </a:pPr>
            <a:r>
              <a:rPr sz="2175" b="1">
                <a:solidFill>
                  <a:srgbClr val="245BDD"/>
                </a:solidFill>
                <a:latin typeface="PingFang SC" panose="020B0400000000000000" charset="-122"/>
                <a:ea typeface="PingFang SC" panose="020B0400000000000000" charset="-122"/>
                <a:cs typeface="PingFang SC" panose="020B0400000000000000" charset="-122"/>
              </a:rPr>
              <a:t>已保存 10 个试听接受的修复案例，全部来自同一本书的同一章。</a:t>
            </a:r>
            <a:endParaRPr sz="21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这些案例能说明具体怎么修，还不能算出对其他书籍的修复成功率</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cxnSp>
        <p:nvCxnSpPr>
          <p:cNvPr id="7" name="直接箭头连接符 6"/>
          <p:cNvCxnSpPr>
            <a:stCxn id="4" idx="3"/>
            <a:endCxn id="5" idx="1"/>
          </p:cNvCxnSpPr>
          <p:nvPr/>
        </p:nvCxnSpPr>
        <p:spPr>
          <a:xfrm>
            <a:off x="7143750" y="2176463"/>
            <a:ext cx="1485900" cy="0"/>
          </a:xfrm>
          <a:prstGeom prst="straightConnector1">
            <a:avLst/>
          </a:prstGeom>
          <a:ln w="23813">
            <a:solidFill>
              <a:srgbClr val="245BDD"/>
            </a:solidFill>
            <a:tailEnd type="triangle" w="med" len="med"/>
          </a:ln>
        </p:spPr>
      </p:cxnSp>
      <p:cxnSp>
        <p:nvCxnSpPr>
          <p:cNvPr id="6" name="直接箭头连接符 5"/>
          <p:cNvCxnSpPr>
            <a:stCxn id="3" idx="3"/>
            <a:endCxn id="4" idx="1"/>
          </p:cNvCxnSpPr>
          <p:nvPr/>
        </p:nvCxnSpPr>
        <p:spPr>
          <a:xfrm>
            <a:off x="3133725" y="2176463"/>
            <a:ext cx="1485900" cy="0"/>
          </a:xfrm>
          <a:prstGeom prst="straightConnector1">
            <a:avLst/>
          </a:prstGeom>
          <a:ln w="23813">
            <a:solidFill>
              <a:srgbClr val="245BDD"/>
            </a:solidFill>
            <a:tailEnd type="triangle" w="med" len="med"/>
          </a:ln>
        </p:spPr>
      </p:cxnSp>
      <p:sp>
        <p:nvSpPr>
          <p:cNvPr id="13" name="矩形 12"/>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让人少重复听，接下来再验证人物好不好认</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34</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3" name="矩形 2"/>
          <p:cNvSpPr>
            <a:spLocks noGrp="1"/>
          </p:cNvSpPr>
          <p:nvPr/>
        </p:nvSpPr>
        <p:spPr>
          <a:xfrm>
            <a:off x="609600" y="1771650"/>
            <a:ext cx="2524125" cy="809625"/>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133 条问题提示</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4619625" y="1771650"/>
            <a:ext cx="2524125" cy="809625"/>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整理为 48 个片段</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8629650" y="1771650"/>
            <a:ext cx="2952750" cy="809625"/>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合成 9 段试听内容</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8" name="矩形 7"/>
          <p:cNvSpPr>
            <a:spLocks noGrp="1"/>
          </p:cNvSpPr>
          <p:nvPr/>
        </p:nvSpPr>
        <p:spPr>
          <a:xfrm>
            <a:off x="609600" y="3105150"/>
            <a:ext cx="10572750" cy="409575"/>
          </a:xfrm>
          <a:prstGeom prst="rect">
            <a:avLst/>
          </a:prstGeom>
          <a:noFill/>
          <a:ln w="0">
            <a:noFill/>
          </a:ln>
        </p:spPr>
        <p:txBody>
          <a:bodyPr lIns="0" tIns="0" rIns="0" bIns="0"/>
          <a:lstStyle>
            <a:defPPr>
              <a:defRPr sz="2250" b="1">
                <a:solidFill>
                  <a:srgbClr val="245BDD"/>
                </a:solidFill>
                <a:latin typeface="PingFang SC" panose="020B0400000000000000" charset="-122"/>
                <a:ea typeface="PingFang SC" panose="020B0400000000000000" charset="-122"/>
                <a:cs typeface="PingFang SC" panose="020B0400000000000000" charset="-122"/>
              </a:defRPr>
            </a:defPPr>
            <a:lvl1pPr>
              <a:buNone/>
              <a:defRPr sz="22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2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2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2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2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2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2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2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2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250" b="1">
                <a:solidFill>
                  <a:srgbClr val="245BDD"/>
                </a:solidFill>
                <a:latin typeface="PingFang SC" panose="020B0400000000000000" charset="-122"/>
                <a:ea typeface="PingFang SC" panose="020B0400000000000000" charset="-122"/>
                <a:cs typeface="PingFang SC" panose="020B0400000000000000" charset="-122"/>
              </a:defRPr>
            </a:pPr>
            <a:r>
              <a:rPr sz="2250" b="1">
                <a:solidFill>
                  <a:srgbClr val="245BDD"/>
                </a:solidFill>
                <a:latin typeface="PingFang SC" panose="020B0400000000000000" charset="-122"/>
                <a:ea typeface="PingFang SC" panose="020B0400000000000000" charset="-122"/>
                <a:cs typeface="PingFang SC" panose="020B0400000000000000" charset="-122"/>
              </a:rPr>
              <a:t>同一段录音被反复提示，就合在一起听</a:t>
            </a:r>
            <a:endParaRPr sz="22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9" name="矩形 8"/>
          <p:cNvSpPr>
            <a:spLocks noGrp="1"/>
          </p:cNvSpPr>
          <p:nvPr/>
        </p:nvSpPr>
        <p:spPr>
          <a:xfrm>
            <a:off x="609600" y="3571875"/>
            <a:ext cx="10572750" cy="952500"/>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buNone/>
              <a:defRPr sz="2025" b="0">
                <a:solidFill>
                  <a:srgbClr val="53627A"/>
                </a:solidFill>
                <a:latin typeface="PingFang SC" panose="020B0400000000000000" charset="-122"/>
                <a:ea typeface="PingFang SC" panose="020B0400000000000000" charset="-122"/>
                <a:cs typeface="PingFang SC" panose="020B0400000000000000" charset="-122"/>
              </a:defRPr>
            </a:lvl1pPr>
            <a:lvl2pPr>
              <a:buNone/>
              <a:defRPr sz="2025" b="0">
                <a:solidFill>
                  <a:srgbClr val="53627A"/>
                </a:solidFill>
                <a:latin typeface="PingFang SC" panose="020B0400000000000000" charset="-122"/>
                <a:ea typeface="PingFang SC" panose="020B0400000000000000" charset="-122"/>
                <a:cs typeface="PingFang SC" panose="020B0400000000000000" charset="-122"/>
              </a:defRPr>
            </a:lvl2pPr>
            <a:lvl3pPr>
              <a:buNone/>
              <a:defRPr sz="2025" b="0">
                <a:solidFill>
                  <a:srgbClr val="53627A"/>
                </a:solidFill>
                <a:latin typeface="PingFang SC" panose="020B0400000000000000" charset="-122"/>
                <a:ea typeface="PingFang SC" panose="020B0400000000000000" charset="-122"/>
                <a:cs typeface="PingFang SC" panose="020B0400000000000000" charset="-122"/>
              </a:defRPr>
            </a:lvl3pPr>
            <a:lvl4pPr>
              <a:buNone/>
              <a:defRPr sz="2025" b="0">
                <a:solidFill>
                  <a:srgbClr val="53627A"/>
                </a:solidFill>
                <a:latin typeface="PingFang SC" panose="020B0400000000000000" charset="-122"/>
                <a:ea typeface="PingFang SC" panose="020B0400000000000000" charset="-122"/>
                <a:cs typeface="PingFang SC" panose="020B0400000000000000" charset="-122"/>
              </a:defRPr>
            </a:lvl4pPr>
            <a:lvl5pPr>
              <a:buNone/>
              <a:defRPr sz="2025" b="0">
                <a:solidFill>
                  <a:srgbClr val="53627A"/>
                </a:solidFill>
                <a:latin typeface="PingFang SC" panose="020B0400000000000000" charset="-122"/>
                <a:ea typeface="PingFang SC" panose="020B0400000000000000" charset="-122"/>
                <a:cs typeface="PingFang SC" panose="020B0400000000000000" charset="-122"/>
              </a:defRPr>
            </a:lvl5pPr>
            <a:lvl6pPr>
              <a:buNone/>
              <a:defRPr sz="2025" b="0">
                <a:solidFill>
                  <a:srgbClr val="53627A"/>
                </a:solidFill>
                <a:latin typeface="PingFang SC" panose="020B0400000000000000" charset="-122"/>
                <a:ea typeface="PingFang SC" panose="020B0400000000000000" charset="-122"/>
                <a:cs typeface="PingFang SC" panose="020B0400000000000000" charset="-122"/>
              </a:defRPr>
            </a:lvl6pPr>
            <a:lvl7pPr>
              <a:buNone/>
              <a:defRPr sz="2025" b="0">
                <a:solidFill>
                  <a:srgbClr val="53627A"/>
                </a:solidFill>
                <a:latin typeface="PingFang SC" panose="020B0400000000000000" charset="-122"/>
                <a:ea typeface="PingFang SC" panose="020B0400000000000000" charset="-122"/>
                <a:cs typeface="PingFang SC" panose="020B0400000000000000" charset="-122"/>
              </a:defRPr>
            </a:lvl7pPr>
            <a:lvl8pPr>
              <a:buNone/>
              <a:defRPr sz="2025" b="0">
                <a:solidFill>
                  <a:srgbClr val="53627A"/>
                </a:solidFill>
                <a:latin typeface="PingFang SC" panose="020B0400000000000000" charset="-122"/>
                <a:ea typeface="PingFang SC" panose="020B0400000000000000" charset="-122"/>
                <a:cs typeface="PingFang SC" panose="020B0400000000000000" charset="-122"/>
              </a:defRPr>
            </a:lvl8pPr>
            <a:lvl9pPr>
              <a:buNone/>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每个问题都保留，只合并重复的试听范围。</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buNone/>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原来重叠片段加起来约 27 分钟，合并后约 16 分钟。</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10" name="矩形 9"/>
          <p:cNvSpPr>
            <a:spLocks noGrp="1"/>
          </p:cNvSpPr>
          <p:nvPr/>
        </p:nvSpPr>
        <p:spPr>
          <a:xfrm>
            <a:off x="609600" y="4591050"/>
            <a:ext cx="10572750" cy="409575"/>
          </a:xfrm>
          <a:prstGeom prst="rect">
            <a:avLst/>
          </a:prstGeom>
          <a:noFill/>
          <a:ln w="0">
            <a:noFill/>
          </a:ln>
        </p:spPr>
        <p:txBody>
          <a:bodyPr lIns="0" tIns="0" rIns="0" bIns="0"/>
          <a:lstStyle>
            <a:defPPr>
              <a:defRPr sz="2250" b="1">
                <a:solidFill>
                  <a:srgbClr val="245BDD"/>
                </a:solidFill>
                <a:latin typeface="PingFang SC" panose="020B0400000000000000" charset="-122"/>
                <a:ea typeface="PingFang SC" panose="020B0400000000000000" charset="-122"/>
                <a:cs typeface="PingFang SC" panose="020B0400000000000000" charset="-122"/>
              </a:defRPr>
            </a:defPPr>
            <a:lvl1pPr>
              <a:buNone/>
              <a:defRPr sz="22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2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2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2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2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2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2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2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2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250" b="1">
                <a:solidFill>
                  <a:srgbClr val="245BDD"/>
                </a:solidFill>
                <a:latin typeface="PingFang SC" panose="020B0400000000000000" charset="-122"/>
                <a:ea typeface="PingFang SC" panose="020B0400000000000000" charset="-122"/>
                <a:cs typeface="PingFang SC" panose="020B0400000000000000" charset="-122"/>
              </a:defRPr>
            </a:pPr>
            <a:r>
              <a:rPr sz="2250" b="1">
                <a:solidFill>
                  <a:srgbClr val="245BDD"/>
                </a:solidFill>
                <a:latin typeface="PingFang SC" panose="020B0400000000000000" charset="-122"/>
                <a:ea typeface="PingFang SC" panose="020B0400000000000000" charset="-122"/>
                <a:cs typeface="PingFang SC" panose="020B0400000000000000" charset="-122"/>
              </a:rPr>
              <a:t>“听出是谁”的题目已经准备好</a:t>
            </a:r>
            <a:endParaRPr sz="22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11" name="矩形 10"/>
          <p:cNvSpPr>
            <a:spLocks noGrp="1"/>
          </p:cNvSpPr>
          <p:nvPr/>
        </p:nvSpPr>
        <p:spPr>
          <a:xfrm>
            <a:off x="609600" y="5057775"/>
            <a:ext cx="10572750" cy="952500"/>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buNone/>
              <a:defRPr sz="2025" b="0">
                <a:solidFill>
                  <a:srgbClr val="53627A"/>
                </a:solidFill>
                <a:latin typeface="PingFang SC" panose="020B0400000000000000" charset="-122"/>
                <a:ea typeface="PingFang SC" panose="020B0400000000000000" charset="-122"/>
                <a:cs typeface="PingFang SC" panose="020B0400000000000000" charset="-122"/>
              </a:defRPr>
            </a:lvl1pPr>
            <a:lvl2pPr>
              <a:buNone/>
              <a:defRPr sz="2025" b="0">
                <a:solidFill>
                  <a:srgbClr val="53627A"/>
                </a:solidFill>
                <a:latin typeface="PingFang SC" panose="020B0400000000000000" charset="-122"/>
                <a:ea typeface="PingFang SC" panose="020B0400000000000000" charset="-122"/>
                <a:cs typeface="PingFang SC" panose="020B0400000000000000" charset="-122"/>
              </a:defRPr>
            </a:lvl2pPr>
            <a:lvl3pPr>
              <a:buNone/>
              <a:defRPr sz="2025" b="0">
                <a:solidFill>
                  <a:srgbClr val="53627A"/>
                </a:solidFill>
                <a:latin typeface="PingFang SC" panose="020B0400000000000000" charset="-122"/>
                <a:ea typeface="PingFang SC" panose="020B0400000000000000" charset="-122"/>
                <a:cs typeface="PingFang SC" panose="020B0400000000000000" charset="-122"/>
              </a:defRPr>
            </a:lvl3pPr>
            <a:lvl4pPr>
              <a:buNone/>
              <a:defRPr sz="2025" b="0">
                <a:solidFill>
                  <a:srgbClr val="53627A"/>
                </a:solidFill>
                <a:latin typeface="PingFang SC" panose="020B0400000000000000" charset="-122"/>
                <a:ea typeface="PingFang SC" panose="020B0400000000000000" charset="-122"/>
                <a:cs typeface="PingFang SC" panose="020B0400000000000000" charset="-122"/>
              </a:defRPr>
            </a:lvl4pPr>
            <a:lvl5pPr>
              <a:buNone/>
              <a:defRPr sz="2025" b="0">
                <a:solidFill>
                  <a:srgbClr val="53627A"/>
                </a:solidFill>
                <a:latin typeface="PingFang SC" panose="020B0400000000000000" charset="-122"/>
                <a:ea typeface="PingFang SC" panose="020B0400000000000000" charset="-122"/>
                <a:cs typeface="PingFang SC" panose="020B0400000000000000" charset="-122"/>
              </a:defRPr>
            </a:lvl5pPr>
            <a:lvl6pPr>
              <a:buNone/>
              <a:defRPr sz="2025" b="0">
                <a:solidFill>
                  <a:srgbClr val="53627A"/>
                </a:solidFill>
                <a:latin typeface="PingFang SC" panose="020B0400000000000000" charset="-122"/>
                <a:ea typeface="PingFang SC" panose="020B0400000000000000" charset="-122"/>
                <a:cs typeface="PingFang SC" panose="020B0400000000000000" charset="-122"/>
              </a:defRPr>
            </a:lvl6pPr>
            <a:lvl7pPr>
              <a:buNone/>
              <a:defRPr sz="2025" b="0">
                <a:solidFill>
                  <a:srgbClr val="53627A"/>
                </a:solidFill>
                <a:latin typeface="PingFang SC" panose="020B0400000000000000" charset="-122"/>
                <a:ea typeface="PingFang SC" panose="020B0400000000000000" charset="-122"/>
                <a:cs typeface="PingFang SC" panose="020B0400000000000000" charset="-122"/>
              </a:defRPr>
            </a:lvl7pPr>
            <a:lvl8pPr>
              <a:buNone/>
              <a:defRPr sz="2025" b="0">
                <a:solidFill>
                  <a:srgbClr val="53627A"/>
                </a:solidFill>
                <a:latin typeface="PingFang SC" panose="020B0400000000000000" charset="-122"/>
                <a:ea typeface="PingFang SC" panose="020B0400000000000000" charset="-122"/>
                <a:cs typeface="PingFang SC" panose="020B0400000000000000" charset="-122"/>
              </a:defRPr>
            </a:lvl8pPr>
            <a:lvl9pPr>
              <a:buNone/>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36 道题，使用九段已做试听检查的录音。</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buNone/>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目前还没有听众答题结果，不能说自动分配已经更容易辨认。</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12" name="矩形 11"/>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本批自动分配与随机分配恰好相同，不能用这批材料比较二者优劣</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cxnSp>
        <p:nvCxnSpPr>
          <p:cNvPr id="9" name="直接箭头连接符 8"/>
          <p:cNvCxnSpPr>
            <a:stCxn id="5" idx="3"/>
            <a:endCxn id="6" idx="1"/>
          </p:cNvCxnSpPr>
          <p:nvPr/>
        </p:nvCxnSpPr>
        <p:spPr>
          <a:xfrm>
            <a:off x="8639175" y="2352675"/>
            <a:ext cx="657225" cy="0"/>
          </a:xfrm>
          <a:prstGeom prst="straightConnector1">
            <a:avLst/>
          </a:prstGeom>
          <a:ln w="23813">
            <a:solidFill>
              <a:srgbClr val="245BDD"/>
            </a:solidFill>
            <a:tailEnd type="triangle" w="med" len="med"/>
          </a:ln>
        </p:spPr>
      </p:cxnSp>
      <p:cxnSp>
        <p:nvCxnSpPr>
          <p:cNvPr id="8" name="直接箭头连接符 7"/>
          <p:cNvCxnSpPr>
            <a:stCxn id="4" idx="3"/>
            <a:endCxn id="5" idx="1"/>
          </p:cNvCxnSpPr>
          <p:nvPr/>
        </p:nvCxnSpPr>
        <p:spPr>
          <a:xfrm>
            <a:off x="5743575" y="2352675"/>
            <a:ext cx="657225" cy="0"/>
          </a:xfrm>
          <a:prstGeom prst="straightConnector1">
            <a:avLst/>
          </a:prstGeom>
          <a:ln w="23813">
            <a:solidFill>
              <a:srgbClr val="245BDD"/>
            </a:solidFill>
            <a:tailEnd type="triangle" w="med" len="med"/>
          </a:ln>
        </p:spPr>
      </p:cxnSp>
      <p:cxnSp>
        <p:nvCxnSpPr>
          <p:cNvPr id="7" name="直接箭头连接符 6"/>
          <p:cNvCxnSpPr>
            <a:stCxn id="3" idx="3"/>
            <a:endCxn id="4" idx="1"/>
          </p:cNvCxnSpPr>
          <p:nvPr/>
        </p:nvCxnSpPr>
        <p:spPr>
          <a:xfrm>
            <a:off x="2847975" y="2352675"/>
            <a:ext cx="657225" cy="0"/>
          </a:xfrm>
          <a:prstGeom prst="straightConnector1">
            <a:avLst/>
          </a:prstGeom>
          <a:ln w="23813">
            <a:solidFill>
              <a:srgbClr val="245BDD"/>
            </a:solidFill>
            <a:tailEnd type="triangle" w="med" len="med"/>
          </a:ln>
        </p:spPr>
      </p:cxnSp>
      <p:sp>
        <p:nvSpPr>
          <p:cNvPr id="14" name="矩形 13"/>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网页操作保护：重新拆分后，要重新确认</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35</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3" name="矩形 2"/>
          <p:cNvSpPr>
            <a:spLocks noGrp="1"/>
          </p:cNvSpPr>
          <p:nvPr/>
        </p:nvSpPr>
        <p:spPr>
          <a:xfrm>
            <a:off x="609600" y="1905000"/>
            <a:ext cx="2238375" cy="89535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上传书籍</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选择要做的章节</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3505200" y="1905000"/>
            <a:ext cx="2238375" cy="89535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重新拆分文字</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旧的确认立即失效</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6400800" y="1905000"/>
            <a:ext cx="2238375" cy="89535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检查人物和声音</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重新点击确认</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6" name="矩形 5"/>
          <p:cNvSpPr>
            <a:spLocks noGrp="1"/>
          </p:cNvSpPr>
          <p:nvPr/>
        </p:nvSpPr>
        <p:spPr>
          <a:xfrm>
            <a:off x="9296400" y="1905000"/>
            <a:ext cx="2238375" cy="895350"/>
          </a:xfrm>
          <a:prstGeom prst="rect">
            <a:avLst/>
          </a:prstGeom>
          <a:solidFill>
            <a:srgbClr val="FFFFFF"/>
          </a:solidFill>
          <a:ln w="19050">
            <a:solidFill>
              <a:srgbClr val="245BDD"/>
            </a:solidFill>
          </a:ln>
        </p:spPr>
        <p:txBody>
          <a:bodyPr lIns="76200" tIns="76200" rIns="76200" bIns="76200" anchor="ctr"/>
          <a:lstStyle>
            <a:defPPr algn="ctr">
              <a:defRPr sz="1875" b="1">
                <a:solidFill>
                  <a:srgbClr val="16243B"/>
                </a:solidFill>
                <a:latin typeface="PingFang SC" panose="020B0400000000000000" charset="-122"/>
                <a:ea typeface="PingFang SC" panose="020B0400000000000000" charset="-122"/>
                <a:cs typeface="PingFang SC" panose="020B0400000000000000" charset="-122"/>
              </a:defRPr>
            </a:defPPr>
            <a:lvl1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1pPr>
            <a:lvl2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2pPr>
            <a:lvl3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3pPr>
            <a:lvl4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4pPr>
            <a:lvl5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5pPr>
            <a:lvl6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6pPr>
            <a:lvl7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7pPr>
            <a:lvl8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8pPr>
            <a:lvl9pPr algn="ctr">
              <a:buNone/>
              <a:defRPr sz="1875" b="1">
                <a:solidFill>
                  <a:srgbClr val="16243B"/>
                </a:solidFill>
                <a:latin typeface="PingFang SC" panose="020B0400000000000000" charset="-122"/>
                <a:ea typeface="PingFang SC" panose="020B0400000000000000" charset="-122"/>
                <a:cs typeface="PingFang SC" panose="020B0400000000000000" charset="-122"/>
              </a:defRPr>
            </a:lvl9pPr>
          </a:lstStyle>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开始生成</a:t>
            </a:r>
            <a:endParaRPr sz="1875" b="1">
              <a:solidFill>
                <a:srgbClr val="16243B"/>
              </a:solidFill>
              <a:latin typeface="PingFang SC" panose="020B0400000000000000" charset="-122"/>
              <a:ea typeface="PingFang SC" panose="020B0400000000000000" charset="-122"/>
              <a:cs typeface="PingFang SC" panose="020B0400000000000000" charset="-122"/>
            </a:endParaRPr>
          </a:p>
          <a:p>
            <a:pPr algn="ctr">
              <a:buNone/>
              <a:defRPr sz="1875" b="1">
                <a:solidFill>
                  <a:srgbClr val="16243B"/>
                </a:solidFill>
                <a:latin typeface="PingFang SC" panose="020B0400000000000000" charset="-122"/>
                <a:ea typeface="PingFang SC" panose="020B0400000000000000" charset="-122"/>
                <a:cs typeface="PingFang SC" panose="020B0400000000000000" charset="-122"/>
              </a:defRPr>
            </a:pPr>
            <a:r>
              <a:rPr sz="1875" b="1">
                <a:solidFill>
                  <a:srgbClr val="16243B"/>
                </a:solidFill>
                <a:latin typeface="PingFang SC" panose="020B0400000000000000" charset="-122"/>
                <a:ea typeface="PingFang SC" panose="020B0400000000000000" charset="-122"/>
                <a:cs typeface="PingFang SC" panose="020B0400000000000000" charset="-122"/>
              </a:rPr>
              <a:t>查看和下载结果</a:t>
            </a:r>
            <a:endParaRPr sz="1875"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10" name="矩形 9"/>
          <p:cNvSpPr>
            <a:spLocks noGrp="1"/>
          </p:cNvSpPr>
          <p:nvPr/>
        </p:nvSpPr>
        <p:spPr>
          <a:xfrm>
            <a:off x="609600" y="3524250"/>
            <a:ext cx="10572750" cy="409575"/>
          </a:xfrm>
          <a:prstGeom prst="rect">
            <a:avLst/>
          </a:prstGeom>
          <a:noFill/>
          <a:ln w="0">
            <a:noFill/>
          </a:ln>
        </p:spPr>
        <p:txBody>
          <a:bodyPr lIns="0" tIns="0" rIns="0" bIns="0"/>
          <a:lstStyle>
            <a:defPPr>
              <a:defRPr sz="2250" b="1">
                <a:solidFill>
                  <a:srgbClr val="245BDD"/>
                </a:solidFill>
                <a:latin typeface="PingFang SC" panose="020B0400000000000000" charset="-122"/>
                <a:ea typeface="PingFang SC" panose="020B0400000000000000" charset="-122"/>
                <a:cs typeface="PingFang SC" panose="020B0400000000000000" charset="-122"/>
              </a:defRPr>
            </a:defPPr>
            <a:lvl1pPr>
              <a:buNone/>
              <a:defRPr sz="225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25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25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25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25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25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25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25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25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250" b="1">
                <a:solidFill>
                  <a:srgbClr val="245BDD"/>
                </a:solidFill>
                <a:latin typeface="PingFang SC" panose="020B0400000000000000" charset="-122"/>
                <a:ea typeface="PingFang SC" panose="020B0400000000000000" charset="-122"/>
                <a:cs typeface="PingFang SC" panose="020B0400000000000000" charset="-122"/>
              </a:defRPr>
            </a:pPr>
            <a:r>
              <a:rPr sz="2250" b="1">
                <a:solidFill>
                  <a:srgbClr val="245BDD"/>
                </a:solidFill>
                <a:latin typeface="PingFang SC" panose="020B0400000000000000" charset="-122"/>
                <a:ea typeface="PingFang SC" panose="020B0400000000000000" charset="-122"/>
                <a:cs typeface="PingFang SC" panose="020B0400000000000000" charset="-122"/>
              </a:rPr>
              <a:t>避免“内容已改，仍按旧安排生成”</a:t>
            </a:r>
            <a:endParaRPr sz="225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11" name="矩形 10"/>
          <p:cNvSpPr>
            <a:spLocks noGrp="1"/>
          </p:cNvSpPr>
          <p:nvPr/>
        </p:nvSpPr>
        <p:spPr>
          <a:xfrm>
            <a:off x="609600" y="3990975"/>
            <a:ext cx="10572750" cy="952500"/>
          </a:xfrm>
          <a:prstGeom prst="rect">
            <a:avLst/>
          </a:prstGeom>
          <a:noFill/>
          <a:ln w="0">
            <a:noFill/>
          </a:ln>
        </p:spPr>
        <p:txBody>
          <a:bodyPr lIns="0" tIns="0" rIns="0" bIns="0"/>
          <a:lstStyle>
            <a:defPPr>
              <a:defRPr sz="2100" b="0">
                <a:solidFill>
                  <a:srgbClr val="53627A"/>
                </a:solidFill>
                <a:latin typeface="PingFang SC" panose="020B0400000000000000" charset="-122"/>
                <a:ea typeface="PingFang SC" panose="020B0400000000000000" charset="-122"/>
                <a:cs typeface="PingFang SC" panose="020B0400000000000000" charset="-122"/>
              </a:defRPr>
            </a:defPPr>
            <a:lvl1pPr>
              <a:buNone/>
              <a:defRPr sz="2100" b="0">
                <a:solidFill>
                  <a:srgbClr val="53627A"/>
                </a:solidFill>
                <a:latin typeface="PingFang SC" panose="020B0400000000000000" charset="-122"/>
                <a:ea typeface="PingFang SC" panose="020B0400000000000000" charset="-122"/>
                <a:cs typeface="PingFang SC" panose="020B0400000000000000" charset="-122"/>
              </a:defRPr>
            </a:lvl1pPr>
            <a:lvl2pPr>
              <a:buNone/>
              <a:defRPr sz="2100" b="0">
                <a:solidFill>
                  <a:srgbClr val="53627A"/>
                </a:solidFill>
                <a:latin typeface="PingFang SC" panose="020B0400000000000000" charset="-122"/>
                <a:ea typeface="PingFang SC" panose="020B0400000000000000" charset="-122"/>
                <a:cs typeface="PingFang SC" panose="020B0400000000000000" charset="-122"/>
              </a:defRPr>
            </a:lvl2pPr>
            <a:lvl3pPr>
              <a:buNone/>
              <a:defRPr sz="2100" b="0">
                <a:solidFill>
                  <a:srgbClr val="53627A"/>
                </a:solidFill>
                <a:latin typeface="PingFang SC" panose="020B0400000000000000" charset="-122"/>
                <a:ea typeface="PingFang SC" panose="020B0400000000000000" charset="-122"/>
                <a:cs typeface="PingFang SC" panose="020B0400000000000000" charset="-122"/>
              </a:defRPr>
            </a:lvl3pPr>
            <a:lvl4pPr>
              <a:buNone/>
              <a:defRPr sz="2100" b="0">
                <a:solidFill>
                  <a:srgbClr val="53627A"/>
                </a:solidFill>
                <a:latin typeface="PingFang SC" panose="020B0400000000000000" charset="-122"/>
                <a:ea typeface="PingFang SC" panose="020B0400000000000000" charset="-122"/>
                <a:cs typeface="PingFang SC" panose="020B0400000000000000" charset="-122"/>
              </a:defRPr>
            </a:lvl4pPr>
            <a:lvl5pPr>
              <a:buNone/>
              <a:defRPr sz="2100" b="0">
                <a:solidFill>
                  <a:srgbClr val="53627A"/>
                </a:solidFill>
                <a:latin typeface="PingFang SC" panose="020B0400000000000000" charset="-122"/>
                <a:ea typeface="PingFang SC" panose="020B0400000000000000" charset="-122"/>
                <a:cs typeface="PingFang SC" panose="020B0400000000000000" charset="-122"/>
              </a:defRPr>
            </a:lvl5pPr>
            <a:lvl6pPr>
              <a:buNone/>
              <a:defRPr sz="2100" b="0">
                <a:solidFill>
                  <a:srgbClr val="53627A"/>
                </a:solidFill>
                <a:latin typeface="PingFang SC" panose="020B0400000000000000" charset="-122"/>
                <a:ea typeface="PingFang SC" panose="020B0400000000000000" charset="-122"/>
                <a:cs typeface="PingFang SC" panose="020B0400000000000000" charset="-122"/>
              </a:defRPr>
            </a:lvl6pPr>
            <a:lvl7pPr>
              <a:buNone/>
              <a:defRPr sz="2100" b="0">
                <a:solidFill>
                  <a:srgbClr val="53627A"/>
                </a:solidFill>
                <a:latin typeface="PingFang SC" panose="020B0400000000000000" charset="-122"/>
                <a:ea typeface="PingFang SC" panose="020B0400000000000000" charset="-122"/>
                <a:cs typeface="PingFang SC" panose="020B0400000000000000" charset="-122"/>
              </a:defRPr>
            </a:lvl7pPr>
            <a:lvl8pPr>
              <a:buNone/>
              <a:defRPr sz="2100" b="0">
                <a:solidFill>
                  <a:srgbClr val="53627A"/>
                </a:solidFill>
                <a:latin typeface="PingFang SC" panose="020B0400000000000000" charset="-122"/>
                <a:ea typeface="PingFang SC" panose="020B0400000000000000" charset="-122"/>
                <a:cs typeface="PingFang SC" panose="020B0400000000000000" charset="-122"/>
              </a:defRPr>
            </a:lvl8pPr>
            <a:lvl9pPr>
              <a:buNone/>
              <a:defRPr sz="210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2100" b="0">
                <a:solidFill>
                  <a:srgbClr val="53627A"/>
                </a:solidFill>
                <a:latin typeface="PingFang SC" panose="020B0400000000000000" charset="-122"/>
                <a:ea typeface="PingFang SC" panose="020B0400000000000000" charset="-122"/>
                <a:cs typeface="PingFang SC" panose="020B0400000000000000" charset="-122"/>
              </a:defRPr>
            </a:pPr>
            <a:r>
              <a:rPr sz="2100" b="0">
                <a:solidFill>
                  <a:srgbClr val="53627A"/>
                </a:solidFill>
                <a:latin typeface="PingFang SC" panose="020B0400000000000000" charset="-122"/>
                <a:ea typeface="PingFang SC" panose="020B0400000000000000" charset="-122"/>
                <a:cs typeface="PingFang SC" panose="020B0400000000000000" charset="-122"/>
              </a:rPr>
              <a:t>重新拆分时，不能拿上一次的确认继续生成。</a:t>
            </a:r>
            <a:endParaRPr sz="2100" b="0">
              <a:solidFill>
                <a:srgbClr val="53627A"/>
              </a:solidFill>
              <a:latin typeface="PingFang SC" panose="020B0400000000000000" charset="-122"/>
              <a:ea typeface="PingFang SC" panose="020B0400000000000000" charset="-122"/>
              <a:cs typeface="PingFang SC" panose="020B0400000000000000" charset="-122"/>
            </a:endParaRPr>
          </a:p>
          <a:p>
            <a:pPr>
              <a:buNone/>
              <a:defRPr sz="2100" b="0">
                <a:solidFill>
                  <a:srgbClr val="53627A"/>
                </a:solidFill>
                <a:latin typeface="PingFang SC" panose="020B0400000000000000" charset="-122"/>
                <a:ea typeface="PingFang SC" panose="020B0400000000000000" charset="-122"/>
                <a:cs typeface="PingFang SC" panose="020B0400000000000000" charset="-122"/>
              </a:defRPr>
            </a:pPr>
            <a:r>
              <a:rPr sz="2100" b="0">
                <a:solidFill>
                  <a:srgbClr val="53627A"/>
                </a:solidFill>
                <a:latin typeface="PingFang SC" panose="020B0400000000000000" charset="-122"/>
                <a:ea typeface="PingFang SC" panose="020B0400000000000000" charset="-122"/>
                <a:cs typeface="PingFang SC" panose="020B0400000000000000" charset="-122"/>
              </a:rPr>
              <a:t>同一本书的保存、确认和开始生成，程序会协调顺序，避免互相冲突。</a:t>
            </a:r>
            <a:endParaRPr sz="2100"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12" name="矩形 11"/>
          <p:cNvSpPr>
            <a:spLocks noGrp="1"/>
          </p:cNvSpPr>
          <p:nvPr/>
        </p:nvSpPr>
        <p:spPr>
          <a:xfrm>
            <a:off x="609600" y="5219700"/>
            <a:ext cx="10858500" cy="552450"/>
          </a:xfrm>
          <a:prstGeom prst="rect">
            <a:avLst/>
          </a:prstGeom>
          <a:noFill/>
          <a:ln w="0">
            <a:noFill/>
          </a:ln>
        </p:spPr>
        <p:txBody>
          <a:bodyPr lIns="0" tIns="0" rIns="0" bIns="0"/>
          <a:lstStyle>
            <a:defPPr>
              <a:defRPr sz="2175" b="1">
                <a:solidFill>
                  <a:srgbClr val="245BDD"/>
                </a:solidFill>
                <a:latin typeface="PingFang SC" panose="020B0400000000000000" charset="-122"/>
                <a:ea typeface="PingFang SC" panose="020B0400000000000000" charset="-122"/>
                <a:cs typeface="PingFang SC" panose="020B0400000000000000" charset="-122"/>
              </a:defRPr>
            </a:defPPr>
            <a:lvl1pPr>
              <a:buNone/>
              <a:defRPr sz="2175" b="1">
                <a:solidFill>
                  <a:srgbClr val="245BDD"/>
                </a:solidFill>
                <a:latin typeface="PingFang SC" panose="020B0400000000000000" charset="-122"/>
                <a:ea typeface="PingFang SC" panose="020B0400000000000000" charset="-122"/>
                <a:cs typeface="PingFang SC" panose="020B0400000000000000" charset="-122"/>
              </a:defRPr>
            </a:lvl1pPr>
            <a:lvl2pPr>
              <a:buNone/>
              <a:defRPr sz="2175" b="1">
                <a:solidFill>
                  <a:srgbClr val="245BDD"/>
                </a:solidFill>
                <a:latin typeface="PingFang SC" panose="020B0400000000000000" charset="-122"/>
                <a:ea typeface="PingFang SC" panose="020B0400000000000000" charset="-122"/>
                <a:cs typeface="PingFang SC" panose="020B0400000000000000" charset="-122"/>
              </a:defRPr>
            </a:lvl2pPr>
            <a:lvl3pPr>
              <a:buNone/>
              <a:defRPr sz="2175" b="1">
                <a:solidFill>
                  <a:srgbClr val="245BDD"/>
                </a:solidFill>
                <a:latin typeface="PingFang SC" panose="020B0400000000000000" charset="-122"/>
                <a:ea typeface="PingFang SC" panose="020B0400000000000000" charset="-122"/>
                <a:cs typeface="PingFang SC" panose="020B0400000000000000" charset="-122"/>
              </a:defRPr>
            </a:lvl3pPr>
            <a:lvl4pPr>
              <a:buNone/>
              <a:defRPr sz="2175" b="1">
                <a:solidFill>
                  <a:srgbClr val="245BDD"/>
                </a:solidFill>
                <a:latin typeface="PingFang SC" panose="020B0400000000000000" charset="-122"/>
                <a:ea typeface="PingFang SC" panose="020B0400000000000000" charset="-122"/>
                <a:cs typeface="PingFang SC" panose="020B0400000000000000" charset="-122"/>
              </a:defRPr>
            </a:lvl4pPr>
            <a:lvl5pPr>
              <a:buNone/>
              <a:defRPr sz="2175" b="1">
                <a:solidFill>
                  <a:srgbClr val="245BDD"/>
                </a:solidFill>
                <a:latin typeface="PingFang SC" panose="020B0400000000000000" charset="-122"/>
                <a:ea typeface="PingFang SC" panose="020B0400000000000000" charset="-122"/>
                <a:cs typeface="PingFang SC" panose="020B0400000000000000" charset="-122"/>
              </a:defRPr>
            </a:lvl5pPr>
            <a:lvl6pPr>
              <a:buNone/>
              <a:defRPr sz="2175" b="1">
                <a:solidFill>
                  <a:srgbClr val="245BDD"/>
                </a:solidFill>
                <a:latin typeface="PingFang SC" panose="020B0400000000000000" charset="-122"/>
                <a:ea typeface="PingFang SC" panose="020B0400000000000000" charset="-122"/>
                <a:cs typeface="PingFang SC" panose="020B0400000000000000" charset="-122"/>
              </a:defRPr>
            </a:lvl6pPr>
            <a:lvl7pPr>
              <a:buNone/>
              <a:defRPr sz="2175" b="1">
                <a:solidFill>
                  <a:srgbClr val="245BDD"/>
                </a:solidFill>
                <a:latin typeface="PingFang SC" panose="020B0400000000000000" charset="-122"/>
                <a:ea typeface="PingFang SC" panose="020B0400000000000000" charset="-122"/>
                <a:cs typeface="PingFang SC" panose="020B0400000000000000" charset="-122"/>
              </a:defRPr>
            </a:lvl7pPr>
            <a:lvl8pPr>
              <a:buNone/>
              <a:defRPr sz="2175" b="1">
                <a:solidFill>
                  <a:srgbClr val="245BDD"/>
                </a:solidFill>
                <a:latin typeface="PingFang SC" panose="020B0400000000000000" charset="-122"/>
                <a:ea typeface="PingFang SC" panose="020B0400000000000000" charset="-122"/>
                <a:cs typeface="PingFang SC" panose="020B0400000000000000" charset="-122"/>
              </a:defRPr>
            </a:lvl8pPr>
            <a:lvl9pPr>
              <a:buNone/>
              <a:defRPr sz="2175"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175" b="1">
                <a:solidFill>
                  <a:srgbClr val="245BDD"/>
                </a:solidFill>
                <a:latin typeface="PingFang SC" panose="020B0400000000000000" charset="-122"/>
                <a:ea typeface="PingFang SC" panose="020B0400000000000000" charset="-122"/>
                <a:cs typeface="PingFang SC" panose="020B0400000000000000" charset="-122"/>
              </a:defRPr>
            </a:pPr>
            <a:r>
              <a:rPr sz="2175" b="1">
                <a:solidFill>
                  <a:srgbClr val="245BDD"/>
                </a:solidFill>
                <a:latin typeface="PingFang SC" panose="020B0400000000000000" charset="-122"/>
                <a:ea typeface="PingFang SC" panose="020B0400000000000000" charset="-122"/>
                <a:cs typeface="PingFang SC" panose="020B0400000000000000" charset="-122"/>
              </a:rPr>
              <a:t>关闭进度显示，也不会把仍在工作的任务误当成已经结束。</a:t>
            </a:r>
            <a:endParaRPr sz="21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13" name="矩形 12"/>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后台流程已经测试，新控件在浏览器中的实际操作体验仍需最后确认</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sp>
        <p:nvSpPr>
          <p:cNvPr id="11" name="矩形 10"/>
          <p:cNvSpPr>
            <a:spLocks noGrp="1"/>
          </p:cNvSpPr>
          <p:nvPr/>
        </p:nvSpPr>
        <p:spPr>
          <a:xfrm>
            <a:off x="609600" y="457200"/>
            <a:ext cx="1097280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defRPr sz="3300" b="1">
                <a:solidFill>
                  <a:srgbClr val="16243B"/>
                </a:solidFill>
                <a:latin typeface="PingFang SC" panose="020B0400000000000000" charset="-122"/>
                <a:ea typeface="PingFang SC" panose="020B0400000000000000" charset="-122"/>
                <a:cs typeface="PingFang SC" panose="020B0400000000000000" charset="-122"/>
              </a:defRPr>
            </a:lvl1pPr>
            <a:lvl2pPr>
              <a:defRPr sz="3300" b="1">
                <a:solidFill>
                  <a:srgbClr val="16243B"/>
                </a:solidFill>
                <a:latin typeface="PingFang SC" panose="020B0400000000000000" charset="-122"/>
                <a:ea typeface="PingFang SC" panose="020B0400000000000000" charset="-122"/>
                <a:cs typeface="PingFang SC" panose="020B0400000000000000" charset="-122"/>
              </a:defRPr>
            </a:lvl2pPr>
            <a:lvl3pPr>
              <a:defRPr sz="3300" b="1">
                <a:solidFill>
                  <a:srgbClr val="16243B"/>
                </a:solidFill>
                <a:latin typeface="PingFang SC" panose="020B0400000000000000" charset="-122"/>
                <a:ea typeface="PingFang SC" panose="020B0400000000000000" charset="-122"/>
                <a:cs typeface="PingFang SC" panose="020B0400000000000000" charset="-122"/>
              </a:defRPr>
            </a:lvl3pPr>
            <a:lvl4pPr>
              <a:defRPr sz="3300" b="1">
                <a:solidFill>
                  <a:srgbClr val="16243B"/>
                </a:solidFill>
                <a:latin typeface="PingFang SC" panose="020B0400000000000000" charset="-122"/>
                <a:ea typeface="PingFang SC" panose="020B0400000000000000" charset="-122"/>
                <a:cs typeface="PingFang SC" panose="020B0400000000000000" charset="-122"/>
              </a:defRPr>
            </a:lvl4pPr>
            <a:lvl5pPr>
              <a:defRPr sz="3300" b="1">
                <a:solidFill>
                  <a:srgbClr val="16243B"/>
                </a:solidFill>
                <a:latin typeface="PingFang SC" panose="020B0400000000000000" charset="-122"/>
                <a:ea typeface="PingFang SC" panose="020B0400000000000000" charset="-122"/>
                <a:cs typeface="PingFang SC" panose="020B0400000000000000" charset="-122"/>
              </a:defRPr>
            </a:lvl5pPr>
            <a:lvl6pPr>
              <a:defRPr sz="3300" b="1">
                <a:solidFill>
                  <a:srgbClr val="16243B"/>
                </a:solidFill>
                <a:latin typeface="PingFang SC" panose="020B0400000000000000" charset="-122"/>
                <a:ea typeface="PingFang SC" panose="020B0400000000000000" charset="-122"/>
                <a:cs typeface="PingFang SC" panose="020B0400000000000000" charset="-122"/>
              </a:defRPr>
            </a:lvl6pPr>
            <a:lvl7pPr>
              <a:defRPr sz="3300" b="1">
                <a:solidFill>
                  <a:srgbClr val="16243B"/>
                </a:solidFill>
                <a:latin typeface="PingFang SC" panose="020B0400000000000000" charset="-122"/>
                <a:ea typeface="PingFang SC" panose="020B0400000000000000" charset="-122"/>
                <a:cs typeface="PingFang SC" panose="020B0400000000000000" charset="-122"/>
              </a:defRPr>
            </a:lvl7pPr>
            <a:lvl8pPr>
              <a:defRPr sz="3300" b="1">
                <a:solidFill>
                  <a:srgbClr val="16243B"/>
                </a:solidFill>
                <a:latin typeface="PingFang SC" panose="020B0400000000000000" charset="-122"/>
                <a:ea typeface="PingFang SC" panose="020B0400000000000000" charset="-122"/>
                <a:cs typeface="PingFang SC" panose="020B0400000000000000" charset="-122"/>
              </a:defRPr>
            </a:lvl8pPr>
            <a:lvl9pPr>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资源库：试听完成的章节并下载成果</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pic>
        <p:nvPicPr>
          <p:cNvPr id="2" name="图片 1"/>
          <p:cNvPicPr>
            <a:picLocks noChangeAspect="1"/>
          </p:cNvPicPr>
          <p:nvPr/>
        </p:nvPicPr>
        <p:blipFill>
          <a:blip r:embed="rId1"/>
          <a:srcRect l="10303" t="26123" r="12121" b="14316"/>
          <a:stretch>
            <a:fillRect/>
          </a:stretch>
        </p:blipFill>
        <p:spPr>
          <a:xfrm>
            <a:off x="609600" y="1476375"/>
            <a:ext cx="5048250" cy="4495800"/>
          </a:xfrm>
          <a:prstGeom prst="rect">
            <a:avLst/>
          </a:prstGeom>
        </p:spPr>
      </p:pic>
      <p:sp>
        <p:nvSpPr>
          <p:cNvPr id="3" name="矩形 2"/>
          <p:cNvSpPr>
            <a:spLocks noGrp="1"/>
          </p:cNvSpPr>
          <p:nvPr/>
        </p:nvSpPr>
        <p:spPr>
          <a:xfrm>
            <a:off x="6191250" y="1485900"/>
            <a:ext cx="5391150" cy="400050"/>
          </a:xfrm>
          <a:prstGeom prst="rect">
            <a:avLst/>
          </a:prstGeom>
          <a:noFill/>
          <a:ln w="0">
            <a:noFill/>
          </a:ln>
        </p:spPr>
        <p:txBody>
          <a:bodyPr lIns="0" tIns="0" rIns="0" bIns="0"/>
          <a:lstStyle>
            <a:defPPr>
              <a:defRPr sz="2175" b="1">
                <a:solidFill>
                  <a:srgbClr val="245BDD"/>
                </a:solidFill>
                <a:latin typeface="PingFang SC" panose="020B0400000000000000" charset="-122"/>
                <a:ea typeface="PingFang SC" panose="020B0400000000000000" charset="-122"/>
                <a:cs typeface="PingFang SC" panose="020B0400000000000000" charset="-122"/>
              </a:defRPr>
            </a:defPPr>
            <a:lvl1pPr>
              <a:defRPr sz="2175" b="1">
                <a:solidFill>
                  <a:srgbClr val="245BDD"/>
                </a:solidFill>
                <a:latin typeface="PingFang SC" panose="020B0400000000000000" charset="-122"/>
                <a:ea typeface="PingFang SC" panose="020B0400000000000000" charset="-122"/>
                <a:cs typeface="PingFang SC" panose="020B0400000000000000" charset="-122"/>
              </a:defRPr>
            </a:lvl1pPr>
            <a:lvl2pPr>
              <a:defRPr sz="2175" b="1">
                <a:solidFill>
                  <a:srgbClr val="245BDD"/>
                </a:solidFill>
                <a:latin typeface="PingFang SC" panose="020B0400000000000000" charset="-122"/>
                <a:ea typeface="PingFang SC" panose="020B0400000000000000" charset="-122"/>
                <a:cs typeface="PingFang SC" panose="020B0400000000000000" charset="-122"/>
              </a:defRPr>
            </a:lvl2pPr>
            <a:lvl3pPr>
              <a:defRPr sz="2175" b="1">
                <a:solidFill>
                  <a:srgbClr val="245BDD"/>
                </a:solidFill>
                <a:latin typeface="PingFang SC" panose="020B0400000000000000" charset="-122"/>
                <a:ea typeface="PingFang SC" panose="020B0400000000000000" charset="-122"/>
                <a:cs typeface="PingFang SC" panose="020B0400000000000000" charset="-122"/>
              </a:defRPr>
            </a:lvl3pPr>
            <a:lvl4pPr>
              <a:defRPr sz="2175" b="1">
                <a:solidFill>
                  <a:srgbClr val="245BDD"/>
                </a:solidFill>
                <a:latin typeface="PingFang SC" panose="020B0400000000000000" charset="-122"/>
                <a:ea typeface="PingFang SC" panose="020B0400000000000000" charset="-122"/>
                <a:cs typeface="PingFang SC" panose="020B0400000000000000" charset="-122"/>
              </a:defRPr>
            </a:lvl4pPr>
            <a:lvl5pPr>
              <a:defRPr sz="2175" b="1">
                <a:solidFill>
                  <a:srgbClr val="245BDD"/>
                </a:solidFill>
                <a:latin typeface="PingFang SC" panose="020B0400000000000000" charset="-122"/>
                <a:ea typeface="PingFang SC" panose="020B0400000000000000" charset="-122"/>
                <a:cs typeface="PingFang SC" panose="020B0400000000000000" charset="-122"/>
              </a:defRPr>
            </a:lvl5pPr>
            <a:lvl6pPr>
              <a:defRPr sz="2175" b="1">
                <a:solidFill>
                  <a:srgbClr val="245BDD"/>
                </a:solidFill>
                <a:latin typeface="PingFang SC" panose="020B0400000000000000" charset="-122"/>
                <a:ea typeface="PingFang SC" panose="020B0400000000000000" charset="-122"/>
                <a:cs typeface="PingFang SC" panose="020B0400000000000000" charset="-122"/>
              </a:defRPr>
            </a:lvl6pPr>
            <a:lvl7pPr>
              <a:defRPr sz="2175" b="1">
                <a:solidFill>
                  <a:srgbClr val="245BDD"/>
                </a:solidFill>
                <a:latin typeface="PingFang SC" panose="020B0400000000000000" charset="-122"/>
                <a:ea typeface="PingFang SC" panose="020B0400000000000000" charset="-122"/>
                <a:cs typeface="PingFang SC" panose="020B0400000000000000" charset="-122"/>
              </a:defRPr>
            </a:lvl7pPr>
            <a:lvl8pPr>
              <a:defRPr sz="2175" b="1">
                <a:solidFill>
                  <a:srgbClr val="245BDD"/>
                </a:solidFill>
                <a:latin typeface="PingFang SC" panose="020B0400000000000000" charset="-122"/>
                <a:ea typeface="PingFang SC" panose="020B0400000000000000" charset="-122"/>
                <a:cs typeface="PingFang SC" panose="020B0400000000000000" charset="-122"/>
              </a:defRPr>
            </a:lvl8pPr>
            <a:lvl9pPr>
              <a:defRPr sz="2175" b="1">
                <a:solidFill>
                  <a:srgbClr val="245BDD"/>
                </a:solidFill>
                <a:latin typeface="PingFang SC" panose="020B0400000000000000" charset="-122"/>
                <a:ea typeface="PingFang SC" panose="020B0400000000000000" charset="-122"/>
                <a:cs typeface="PingFang SC" panose="020B0400000000000000" charset="-122"/>
              </a:defRPr>
            </a:lvl9pPr>
          </a:lstStyle>
          <a:p>
            <a:pPr>
              <a:defRPr sz="2175" b="1">
                <a:solidFill>
                  <a:srgbClr val="245BDD"/>
                </a:solidFill>
                <a:latin typeface="PingFang SC" panose="020B0400000000000000" charset="-122"/>
                <a:ea typeface="PingFang SC" panose="020B0400000000000000" charset="-122"/>
                <a:cs typeface="PingFang SC" panose="020B0400000000000000" charset="-122"/>
              </a:defRPr>
            </a:pPr>
            <a:r>
              <a:rPr sz="2175" b="1">
                <a:solidFill>
                  <a:srgbClr val="245BDD"/>
                </a:solidFill>
                <a:latin typeface="PingFang SC" panose="020B0400000000000000" charset="-122"/>
                <a:ea typeface="PingFang SC" panose="020B0400000000000000" charset="-122"/>
                <a:cs typeface="PingFang SC" panose="020B0400000000000000" charset="-122"/>
              </a:rPr>
              <a:t>按书籍或批次查看文件</a:t>
            </a:r>
            <a:endParaRPr sz="21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4" name="矩形 3"/>
          <p:cNvSpPr>
            <a:spLocks noGrp="1"/>
          </p:cNvSpPr>
          <p:nvPr/>
        </p:nvSpPr>
        <p:spPr>
          <a:xfrm>
            <a:off x="6191250" y="1943100"/>
            <a:ext cx="5391150" cy="1095375"/>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defRPr sz="2025" b="0">
                <a:solidFill>
                  <a:srgbClr val="53627A"/>
                </a:solidFill>
                <a:latin typeface="PingFang SC" panose="020B0400000000000000" charset="-122"/>
                <a:ea typeface="PingFang SC" panose="020B0400000000000000" charset="-122"/>
                <a:cs typeface="PingFang SC" panose="020B0400000000000000" charset="-122"/>
              </a:defRPr>
            </a:lvl1pPr>
            <a:lvl2pPr>
              <a:defRPr sz="2025" b="0">
                <a:solidFill>
                  <a:srgbClr val="53627A"/>
                </a:solidFill>
                <a:latin typeface="PingFang SC" panose="020B0400000000000000" charset="-122"/>
                <a:ea typeface="PingFang SC" panose="020B0400000000000000" charset="-122"/>
                <a:cs typeface="PingFang SC" panose="020B0400000000000000" charset="-122"/>
              </a:defRPr>
            </a:lvl2pPr>
            <a:lvl3pPr>
              <a:defRPr sz="2025" b="0">
                <a:solidFill>
                  <a:srgbClr val="53627A"/>
                </a:solidFill>
                <a:latin typeface="PingFang SC" panose="020B0400000000000000" charset="-122"/>
                <a:ea typeface="PingFang SC" panose="020B0400000000000000" charset="-122"/>
                <a:cs typeface="PingFang SC" panose="020B0400000000000000" charset="-122"/>
              </a:defRPr>
            </a:lvl3pPr>
            <a:lvl4pPr>
              <a:defRPr sz="2025" b="0">
                <a:solidFill>
                  <a:srgbClr val="53627A"/>
                </a:solidFill>
                <a:latin typeface="PingFang SC" panose="020B0400000000000000" charset="-122"/>
                <a:ea typeface="PingFang SC" panose="020B0400000000000000" charset="-122"/>
                <a:cs typeface="PingFang SC" panose="020B0400000000000000" charset="-122"/>
              </a:defRPr>
            </a:lvl4pPr>
            <a:lvl5pPr>
              <a:defRPr sz="2025" b="0">
                <a:solidFill>
                  <a:srgbClr val="53627A"/>
                </a:solidFill>
                <a:latin typeface="PingFang SC" panose="020B0400000000000000" charset="-122"/>
                <a:ea typeface="PingFang SC" panose="020B0400000000000000" charset="-122"/>
                <a:cs typeface="PingFang SC" panose="020B0400000000000000" charset="-122"/>
              </a:defRPr>
            </a:lvl5pPr>
            <a:lvl6pPr>
              <a:defRPr sz="2025" b="0">
                <a:solidFill>
                  <a:srgbClr val="53627A"/>
                </a:solidFill>
                <a:latin typeface="PingFang SC" panose="020B0400000000000000" charset="-122"/>
                <a:ea typeface="PingFang SC" panose="020B0400000000000000" charset="-122"/>
                <a:cs typeface="PingFang SC" panose="020B0400000000000000" charset="-122"/>
              </a:defRPr>
            </a:lvl6pPr>
            <a:lvl7pPr>
              <a:defRPr sz="2025" b="0">
                <a:solidFill>
                  <a:srgbClr val="53627A"/>
                </a:solidFill>
                <a:latin typeface="PingFang SC" panose="020B0400000000000000" charset="-122"/>
                <a:ea typeface="PingFang SC" panose="020B0400000000000000" charset="-122"/>
                <a:cs typeface="PingFang SC" panose="020B0400000000000000" charset="-122"/>
              </a:defRPr>
            </a:lvl7pPr>
            <a:lvl8pPr>
              <a:defRPr sz="2025" b="0">
                <a:solidFill>
                  <a:srgbClr val="53627A"/>
                </a:solidFill>
                <a:latin typeface="PingFang SC" panose="020B0400000000000000" charset="-122"/>
                <a:ea typeface="PingFang SC" panose="020B0400000000000000" charset="-122"/>
                <a:cs typeface="PingFang SC" panose="020B0400000000000000" charset="-122"/>
              </a:defRPr>
            </a:lvl8pPr>
            <a:lvl9pPr>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左侧可筛选并选择文件。</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音频和对应文本都能保留下来。</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6191250" y="3067050"/>
            <a:ext cx="5391150" cy="400050"/>
          </a:xfrm>
          <a:prstGeom prst="rect">
            <a:avLst/>
          </a:prstGeom>
          <a:noFill/>
          <a:ln w="0">
            <a:noFill/>
          </a:ln>
        </p:spPr>
        <p:txBody>
          <a:bodyPr lIns="0" tIns="0" rIns="0" bIns="0"/>
          <a:lstStyle>
            <a:defPPr>
              <a:defRPr sz="2175" b="1">
                <a:solidFill>
                  <a:srgbClr val="245BDD"/>
                </a:solidFill>
                <a:latin typeface="PingFang SC" panose="020B0400000000000000" charset="-122"/>
                <a:ea typeface="PingFang SC" panose="020B0400000000000000" charset="-122"/>
                <a:cs typeface="PingFang SC" panose="020B0400000000000000" charset="-122"/>
              </a:defRPr>
            </a:defPPr>
            <a:lvl1pPr>
              <a:defRPr sz="2175" b="1">
                <a:solidFill>
                  <a:srgbClr val="245BDD"/>
                </a:solidFill>
                <a:latin typeface="PingFang SC" panose="020B0400000000000000" charset="-122"/>
                <a:ea typeface="PingFang SC" panose="020B0400000000000000" charset="-122"/>
                <a:cs typeface="PingFang SC" panose="020B0400000000000000" charset="-122"/>
              </a:defRPr>
            </a:lvl1pPr>
            <a:lvl2pPr>
              <a:defRPr sz="2175" b="1">
                <a:solidFill>
                  <a:srgbClr val="245BDD"/>
                </a:solidFill>
                <a:latin typeface="PingFang SC" panose="020B0400000000000000" charset="-122"/>
                <a:ea typeface="PingFang SC" panose="020B0400000000000000" charset="-122"/>
                <a:cs typeface="PingFang SC" panose="020B0400000000000000" charset="-122"/>
              </a:defRPr>
            </a:lvl2pPr>
            <a:lvl3pPr>
              <a:defRPr sz="2175" b="1">
                <a:solidFill>
                  <a:srgbClr val="245BDD"/>
                </a:solidFill>
                <a:latin typeface="PingFang SC" panose="020B0400000000000000" charset="-122"/>
                <a:ea typeface="PingFang SC" panose="020B0400000000000000" charset="-122"/>
                <a:cs typeface="PingFang SC" panose="020B0400000000000000" charset="-122"/>
              </a:defRPr>
            </a:lvl3pPr>
            <a:lvl4pPr>
              <a:defRPr sz="2175" b="1">
                <a:solidFill>
                  <a:srgbClr val="245BDD"/>
                </a:solidFill>
                <a:latin typeface="PingFang SC" panose="020B0400000000000000" charset="-122"/>
                <a:ea typeface="PingFang SC" panose="020B0400000000000000" charset="-122"/>
                <a:cs typeface="PingFang SC" panose="020B0400000000000000" charset="-122"/>
              </a:defRPr>
            </a:lvl4pPr>
            <a:lvl5pPr>
              <a:defRPr sz="2175" b="1">
                <a:solidFill>
                  <a:srgbClr val="245BDD"/>
                </a:solidFill>
                <a:latin typeface="PingFang SC" panose="020B0400000000000000" charset="-122"/>
                <a:ea typeface="PingFang SC" panose="020B0400000000000000" charset="-122"/>
                <a:cs typeface="PingFang SC" panose="020B0400000000000000" charset="-122"/>
              </a:defRPr>
            </a:lvl5pPr>
            <a:lvl6pPr>
              <a:defRPr sz="2175" b="1">
                <a:solidFill>
                  <a:srgbClr val="245BDD"/>
                </a:solidFill>
                <a:latin typeface="PingFang SC" panose="020B0400000000000000" charset="-122"/>
                <a:ea typeface="PingFang SC" panose="020B0400000000000000" charset="-122"/>
                <a:cs typeface="PingFang SC" panose="020B0400000000000000" charset="-122"/>
              </a:defRPr>
            </a:lvl6pPr>
            <a:lvl7pPr>
              <a:defRPr sz="2175" b="1">
                <a:solidFill>
                  <a:srgbClr val="245BDD"/>
                </a:solidFill>
                <a:latin typeface="PingFang SC" panose="020B0400000000000000" charset="-122"/>
                <a:ea typeface="PingFang SC" panose="020B0400000000000000" charset="-122"/>
                <a:cs typeface="PingFang SC" panose="020B0400000000000000" charset="-122"/>
              </a:defRPr>
            </a:lvl7pPr>
            <a:lvl8pPr>
              <a:defRPr sz="2175" b="1">
                <a:solidFill>
                  <a:srgbClr val="245BDD"/>
                </a:solidFill>
                <a:latin typeface="PingFang SC" panose="020B0400000000000000" charset="-122"/>
                <a:ea typeface="PingFang SC" panose="020B0400000000000000" charset="-122"/>
                <a:cs typeface="PingFang SC" panose="020B0400000000000000" charset="-122"/>
              </a:defRPr>
            </a:lvl8pPr>
            <a:lvl9pPr>
              <a:defRPr sz="2175" b="1">
                <a:solidFill>
                  <a:srgbClr val="245BDD"/>
                </a:solidFill>
                <a:latin typeface="PingFang SC" panose="020B0400000000000000" charset="-122"/>
                <a:ea typeface="PingFang SC" panose="020B0400000000000000" charset="-122"/>
                <a:cs typeface="PingFang SC" panose="020B0400000000000000" charset="-122"/>
              </a:defRPr>
            </a:lvl9pPr>
          </a:lstStyle>
          <a:p>
            <a:pPr>
              <a:defRPr sz="2175" b="1">
                <a:solidFill>
                  <a:srgbClr val="245BDD"/>
                </a:solidFill>
                <a:latin typeface="PingFang SC" panose="020B0400000000000000" charset="-122"/>
                <a:ea typeface="PingFang SC" panose="020B0400000000000000" charset="-122"/>
                <a:cs typeface="PingFang SC" panose="020B0400000000000000" charset="-122"/>
              </a:defRPr>
            </a:pPr>
            <a:r>
              <a:rPr sz="2175" b="1">
                <a:solidFill>
                  <a:srgbClr val="245BDD"/>
                </a:solidFill>
                <a:latin typeface="PingFang SC" panose="020B0400000000000000" charset="-122"/>
                <a:ea typeface="PingFang SC" panose="020B0400000000000000" charset="-122"/>
                <a:cs typeface="PingFang SC" panose="020B0400000000000000" charset="-122"/>
              </a:rPr>
              <a:t>先听章节，再下载</a:t>
            </a:r>
            <a:endParaRPr sz="21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6" name="矩形 5"/>
          <p:cNvSpPr>
            <a:spLocks noGrp="1"/>
          </p:cNvSpPr>
          <p:nvPr/>
        </p:nvSpPr>
        <p:spPr>
          <a:xfrm>
            <a:off x="6191250" y="3524250"/>
            <a:ext cx="5391150" cy="1095375"/>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defRPr sz="2025" b="0">
                <a:solidFill>
                  <a:srgbClr val="53627A"/>
                </a:solidFill>
                <a:latin typeface="PingFang SC" panose="020B0400000000000000" charset="-122"/>
                <a:ea typeface="PingFang SC" panose="020B0400000000000000" charset="-122"/>
                <a:cs typeface="PingFang SC" panose="020B0400000000000000" charset="-122"/>
              </a:defRPr>
            </a:lvl1pPr>
            <a:lvl2pPr>
              <a:defRPr sz="2025" b="0">
                <a:solidFill>
                  <a:srgbClr val="53627A"/>
                </a:solidFill>
                <a:latin typeface="PingFang SC" panose="020B0400000000000000" charset="-122"/>
                <a:ea typeface="PingFang SC" panose="020B0400000000000000" charset="-122"/>
                <a:cs typeface="PingFang SC" panose="020B0400000000000000" charset="-122"/>
              </a:defRPr>
            </a:lvl2pPr>
            <a:lvl3pPr>
              <a:defRPr sz="2025" b="0">
                <a:solidFill>
                  <a:srgbClr val="53627A"/>
                </a:solidFill>
                <a:latin typeface="PingFang SC" panose="020B0400000000000000" charset="-122"/>
                <a:ea typeface="PingFang SC" panose="020B0400000000000000" charset="-122"/>
                <a:cs typeface="PingFang SC" panose="020B0400000000000000" charset="-122"/>
              </a:defRPr>
            </a:lvl3pPr>
            <a:lvl4pPr>
              <a:defRPr sz="2025" b="0">
                <a:solidFill>
                  <a:srgbClr val="53627A"/>
                </a:solidFill>
                <a:latin typeface="PingFang SC" panose="020B0400000000000000" charset="-122"/>
                <a:ea typeface="PingFang SC" panose="020B0400000000000000" charset="-122"/>
                <a:cs typeface="PingFang SC" panose="020B0400000000000000" charset="-122"/>
              </a:defRPr>
            </a:lvl4pPr>
            <a:lvl5pPr>
              <a:defRPr sz="2025" b="0">
                <a:solidFill>
                  <a:srgbClr val="53627A"/>
                </a:solidFill>
                <a:latin typeface="PingFang SC" panose="020B0400000000000000" charset="-122"/>
                <a:ea typeface="PingFang SC" panose="020B0400000000000000" charset="-122"/>
                <a:cs typeface="PingFang SC" panose="020B0400000000000000" charset="-122"/>
              </a:defRPr>
            </a:lvl5pPr>
            <a:lvl6pPr>
              <a:defRPr sz="2025" b="0">
                <a:solidFill>
                  <a:srgbClr val="53627A"/>
                </a:solidFill>
                <a:latin typeface="PingFang SC" panose="020B0400000000000000" charset="-122"/>
                <a:ea typeface="PingFang SC" panose="020B0400000000000000" charset="-122"/>
                <a:cs typeface="PingFang SC" panose="020B0400000000000000" charset="-122"/>
              </a:defRPr>
            </a:lvl6pPr>
            <a:lvl7pPr>
              <a:defRPr sz="2025" b="0">
                <a:solidFill>
                  <a:srgbClr val="53627A"/>
                </a:solidFill>
                <a:latin typeface="PingFang SC" panose="020B0400000000000000" charset="-122"/>
                <a:ea typeface="PingFang SC" panose="020B0400000000000000" charset="-122"/>
                <a:cs typeface="PingFang SC" panose="020B0400000000000000" charset="-122"/>
              </a:defRPr>
            </a:lvl7pPr>
            <a:lvl8pPr>
              <a:defRPr sz="2025" b="0">
                <a:solidFill>
                  <a:srgbClr val="53627A"/>
                </a:solidFill>
                <a:latin typeface="PingFang SC" panose="020B0400000000000000" charset="-122"/>
                <a:ea typeface="PingFang SC" panose="020B0400000000000000" charset="-122"/>
                <a:cs typeface="PingFang SC" panose="020B0400000000000000" charset="-122"/>
              </a:defRPr>
            </a:lvl8pPr>
            <a:lvl9pPr>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右侧选择章节即可加载播放器，</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可调节播放速度，也能下载单个文件。</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7" name="矩形 6"/>
          <p:cNvSpPr>
            <a:spLocks noGrp="1"/>
          </p:cNvSpPr>
          <p:nvPr/>
        </p:nvSpPr>
        <p:spPr>
          <a:xfrm>
            <a:off x="6191250" y="4648200"/>
            <a:ext cx="5391150" cy="400050"/>
          </a:xfrm>
          <a:prstGeom prst="rect">
            <a:avLst/>
          </a:prstGeom>
          <a:noFill/>
          <a:ln w="0">
            <a:noFill/>
          </a:ln>
        </p:spPr>
        <p:txBody>
          <a:bodyPr lIns="0" tIns="0" rIns="0" bIns="0"/>
          <a:lstStyle>
            <a:defPPr>
              <a:defRPr sz="2175" b="1">
                <a:solidFill>
                  <a:srgbClr val="245BDD"/>
                </a:solidFill>
                <a:latin typeface="PingFang SC" panose="020B0400000000000000" charset="-122"/>
                <a:ea typeface="PingFang SC" panose="020B0400000000000000" charset="-122"/>
                <a:cs typeface="PingFang SC" panose="020B0400000000000000" charset="-122"/>
              </a:defRPr>
            </a:defPPr>
            <a:lvl1pPr>
              <a:defRPr sz="2175" b="1">
                <a:solidFill>
                  <a:srgbClr val="245BDD"/>
                </a:solidFill>
                <a:latin typeface="PingFang SC" panose="020B0400000000000000" charset="-122"/>
                <a:ea typeface="PingFang SC" panose="020B0400000000000000" charset="-122"/>
                <a:cs typeface="PingFang SC" panose="020B0400000000000000" charset="-122"/>
              </a:defRPr>
            </a:lvl1pPr>
            <a:lvl2pPr>
              <a:defRPr sz="2175" b="1">
                <a:solidFill>
                  <a:srgbClr val="245BDD"/>
                </a:solidFill>
                <a:latin typeface="PingFang SC" panose="020B0400000000000000" charset="-122"/>
                <a:ea typeface="PingFang SC" panose="020B0400000000000000" charset="-122"/>
                <a:cs typeface="PingFang SC" panose="020B0400000000000000" charset="-122"/>
              </a:defRPr>
            </a:lvl2pPr>
            <a:lvl3pPr>
              <a:defRPr sz="2175" b="1">
                <a:solidFill>
                  <a:srgbClr val="245BDD"/>
                </a:solidFill>
                <a:latin typeface="PingFang SC" panose="020B0400000000000000" charset="-122"/>
                <a:ea typeface="PingFang SC" panose="020B0400000000000000" charset="-122"/>
                <a:cs typeface="PingFang SC" panose="020B0400000000000000" charset="-122"/>
              </a:defRPr>
            </a:lvl3pPr>
            <a:lvl4pPr>
              <a:defRPr sz="2175" b="1">
                <a:solidFill>
                  <a:srgbClr val="245BDD"/>
                </a:solidFill>
                <a:latin typeface="PingFang SC" panose="020B0400000000000000" charset="-122"/>
                <a:ea typeface="PingFang SC" panose="020B0400000000000000" charset="-122"/>
                <a:cs typeface="PingFang SC" panose="020B0400000000000000" charset="-122"/>
              </a:defRPr>
            </a:lvl4pPr>
            <a:lvl5pPr>
              <a:defRPr sz="2175" b="1">
                <a:solidFill>
                  <a:srgbClr val="245BDD"/>
                </a:solidFill>
                <a:latin typeface="PingFang SC" panose="020B0400000000000000" charset="-122"/>
                <a:ea typeface="PingFang SC" panose="020B0400000000000000" charset="-122"/>
                <a:cs typeface="PingFang SC" panose="020B0400000000000000" charset="-122"/>
              </a:defRPr>
            </a:lvl5pPr>
            <a:lvl6pPr>
              <a:defRPr sz="2175" b="1">
                <a:solidFill>
                  <a:srgbClr val="245BDD"/>
                </a:solidFill>
                <a:latin typeface="PingFang SC" panose="020B0400000000000000" charset="-122"/>
                <a:ea typeface="PingFang SC" panose="020B0400000000000000" charset="-122"/>
                <a:cs typeface="PingFang SC" panose="020B0400000000000000" charset="-122"/>
              </a:defRPr>
            </a:lvl6pPr>
            <a:lvl7pPr>
              <a:defRPr sz="2175" b="1">
                <a:solidFill>
                  <a:srgbClr val="245BDD"/>
                </a:solidFill>
                <a:latin typeface="PingFang SC" panose="020B0400000000000000" charset="-122"/>
                <a:ea typeface="PingFang SC" panose="020B0400000000000000" charset="-122"/>
                <a:cs typeface="PingFang SC" panose="020B0400000000000000" charset="-122"/>
              </a:defRPr>
            </a:lvl7pPr>
            <a:lvl8pPr>
              <a:defRPr sz="2175" b="1">
                <a:solidFill>
                  <a:srgbClr val="245BDD"/>
                </a:solidFill>
                <a:latin typeface="PingFang SC" panose="020B0400000000000000" charset="-122"/>
                <a:ea typeface="PingFang SC" panose="020B0400000000000000" charset="-122"/>
                <a:cs typeface="PingFang SC" panose="020B0400000000000000" charset="-122"/>
              </a:defRPr>
            </a:lvl8pPr>
            <a:lvl9pPr>
              <a:defRPr sz="2175" b="1">
                <a:solidFill>
                  <a:srgbClr val="245BDD"/>
                </a:solidFill>
                <a:latin typeface="PingFang SC" panose="020B0400000000000000" charset="-122"/>
                <a:ea typeface="PingFang SC" panose="020B0400000000000000" charset="-122"/>
                <a:cs typeface="PingFang SC" panose="020B0400000000000000" charset="-122"/>
              </a:defRPr>
            </a:lvl9pPr>
          </a:lstStyle>
          <a:p>
            <a:pPr>
              <a:defRPr sz="2175" b="1">
                <a:solidFill>
                  <a:srgbClr val="245BDD"/>
                </a:solidFill>
                <a:latin typeface="PingFang SC" panose="020B0400000000000000" charset="-122"/>
                <a:ea typeface="PingFang SC" panose="020B0400000000000000" charset="-122"/>
                <a:cs typeface="PingFang SC" panose="020B0400000000000000" charset="-122"/>
              </a:defRPr>
            </a:pPr>
            <a:r>
              <a:rPr sz="2175" b="1">
                <a:solidFill>
                  <a:srgbClr val="245BDD"/>
                </a:solidFill>
                <a:latin typeface="PingFang SC" panose="020B0400000000000000" charset="-122"/>
                <a:ea typeface="PingFang SC" panose="020B0400000000000000" charset="-122"/>
                <a:cs typeface="PingFang SC" panose="020B0400000000000000" charset="-122"/>
              </a:rPr>
              <a:t>需要一起带走时</a:t>
            </a:r>
            <a:endParaRPr sz="2175"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8" name="矩形 7"/>
          <p:cNvSpPr>
            <a:spLocks noGrp="1"/>
          </p:cNvSpPr>
          <p:nvPr/>
        </p:nvSpPr>
        <p:spPr>
          <a:xfrm>
            <a:off x="6191250" y="5105400"/>
            <a:ext cx="5391150" cy="1095375"/>
          </a:xfrm>
          <a:prstGeom prst="rect">
            <a:avLst/>
          </a:prstGeom>
          <a:noFill/>
          <a:ln w="0">
            <a:noFill/>
          </a:ln>
        </p:spPr>
        <p:txBody>
          <a:bodyPr lIns="0" tIns="0" rIns="0" bIns="0"/>
          <a:lstStyle>
            <a:defPPr>
              <a:defRPr sz="2025" b="0">
                <a:solidFill>
                  <a:srgbClr val="53627A"/>
                </a:solidFill>
                <a:latin typeface="PingFang SC" panose="020B0400000000000000" charset="-122"/>
                <a:ea typeface="PingFang SC" panose="020B0400000000000000" charset="-122"/>
                <a:cs typeface="PingFang SC" panose="020B0400000000000000" charset="-122"/>
              </a:defRPr>
            </a:defPPr>
            <a:lvl1pPr>
              <a:defRPr sz="2025" b="0">
                <a:solidFill>
                  <a:srgbClr val="53627A"/>
                </a:solidFill>
                <a:latin typeface="PingFang SC" panose="020B0400000000000000" charset="-122"/>
                <a:ea typeface="PingFang SC" panose="020B0400000000000000" charset="-122"/>
                <a:cs typeface="PingFang SC" panose="020B0400000000000000" charset="-122"/>
              </a:defRPr>
            </a:lvl1pPr>
            <a:lvl2pPr>
              <a:defRPr sz="2025" b="0">
                <a:solidFill>
                  <a:srgbClr val="53627A"/>
                </a:solidFill>
                <a:latin typeface="PingFang SC" panose="020B0400000000000000" charset="-122"/>
                <a:ea typeface="PingFang SC" panose="020B0400000000000000" charset="-122"/>
                <a:cs typeface="PingFang SC" panose="020B0400000000000000" charset="-122"/>
              </a:defRPr>
            </a:lvl2pPr>
            <a:lvl3pPr>
              <a:defRPr sz="2025" b="0">
                <a:solidFill>
                  <a:srgbClr val="53627A"/>
                </a:solidFill>
                <a:latin typeface="PingFang SC" panose="020B0400000000000000" charset="-122"/>
                <a:ea typeface="PingFang SC" panose="020B0400000000000000" charset="-122"/>
                <a:cs typeface="PingFang SC" panose="020B0400000000000000" charset="-122"/>
              </a:defRPr>
            </a:lvl3pPr>
            <a:lvl4pPr>
              <a:defRPr sz="2025" b="0">
                <a:solidFill>
                  <a:srgbClr val="53627A"/>
                </a:solidFill>
                <a:latin typeface="PingFang SC" panose="020B0400000000000000" charset="-122"/>
                <a:ea typeface="PingFang SC" panose="020B0400000000000000" charset="-122"/>
                <a:cs typeface="PingFang SC" panose="020B0400000000000000" charset="-122"/>
              </a:defRPr>
            </a:lvl4pPr>
            <a:lvl5pPr>
              <a:defRPr sz="2025" b="0">
                <a:solidFill>
                  <a:srgbClr val="53627A"/>
                </a:solidFill>
                <a:latin typeface="PingFang SC" panose="020B0400000000000000" charset="-122"/>
                <a:ea typeface="PingFang SC" panose="020B0400000000000000" charset="-122"/>
                <a:cs typeface="PingFang SC" panose="020B0400000000000000" charset="-122"/>
              </a:defRPr>
            </a:lvl5pPr>
            <a:lvl6pPr>
              <a:defRPr sz="2025" b="0">
                <a:solidFill>
                  <a:srgbClr val="53627A"/>
                </a:solidFill>
                <a:latin typeface="PingFang SC" panose="020B0400000000000000" charset="-122"/>
                <a:ea typeface="PingFang SC" panose="020B0400000000000000" charset="-122"/>
                <a:cs typeface="PingFang SC" panose="020B0400000000000000" charset="-122"/>
              </a:defRPr>
            </a:lvl6pPr>
            <a:lvl7pPr>
              <a:defRPr sz="2025" b="0">
                <a:solidFill>
                  <a:srgbClr val="53627A"/>
                </a:solidFill>
                <a:latin typeface="PingFang SC" panose="020B0400000000000000" charset="-122"/>
                <a:ea typeface="PingFang SC" panose="020B0400000000000000" charset="-122"/>
                <a:cs typeface="PingFang SC" panose="020B0400000000000000" charset="-122"/>
              </a:defRPr>
            </a:lvl7pPr>
            <a:lvl8pPr>
              <a:defRPr sz="2025" b="0">
                <a:solidFill>
                  <a:srgbClr val="53627A"/>
                </a:solidFill>
                <a:latin typeface="PingFang SC" panose="020B0400000000000000" charset="-122"/>
                <a:ea typeface="PingFang SC" panose="020B0400000000000000" charset="-122"/>
                <a:cs typeface="PingFang SC" panose="020B0400000000000000" charset="-122"/>
              </a:defRPr>
            </a:lvl8pPr>
            <a:lvl9pPr>
              <a:defRPr sz="202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切换到 ZIP 打包，将选中的文件</a:t>
            </a:r>
            <a:endParaRPr sz="2025" b="0">
              <a:solidFill>
                <a:srgbClr val="53627A"/>
              </a:solidFill>
              <a:latin typeface="PingFang SC" panose="020B0400000000000000" charset="-122"/>
              <a:ea typeface="PingFang SC" panose="020B0400000000000000" charset="-122"/>
              <a:cs typeface="PingFang SC" panose="020B0400000000000000" charset="-122"/>
            </a:endParaRPr>
          </a:p>
          <a:p>
            <a:pPr>
              <a:defRPr sz="2025" b="0">
                <a:solidFill>
                  <a:srgbClr val="53627A"/>
                </a:solidFill>
                <a:latin typeface="PingFang SC" panose="020B0400000000000000" charset="-122"/>
                <a:ea typeface="PingFang SC" panose="020B0400000000000000" charset="-122"/>
                <a:cs typeface="PingFang SC" panose="020B0400000000000000" charset="-122"/>
              </a:defRPr>
            </a:pPr>
            <a:r>
              <a:rPr sz="2025" b="0">
                <a:solidFill>
                  <a:srgbClr val="53627A"/>
                </a:solidFill>
                <a:latin typeface="PingFang SC" panose="020B0400000000000000" charset="-122"/>
                <a:ea typeface="PingFang SC" panose="020B0400000000000000" charset="-122"/>
                <a:cs typeface="PingFang SC" panose="020B0400000000000000" charset="-122"/>
              </a:rPr>
              <a:t>整理为一个压缩包。</a:t>
            </a:r>
            <a:endParaRPr sz="2025"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9" name="矩形 8"/>
          <p:cNvSpPr>
            <a:spLocks noGrp="1"/>
          </p:cNvSpPr>
          <p:nvPr/>
        </p:nvSpPr>
        <p:spPr>
          <a:xfrm>
            <a:off x="609600" y="6124575"/>
            <a:ext cx="10382250" cy="38100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defRPr sz="1350" b="0">
                <a:solidFill>
                  <a:srgbClr val="53627A"/>
                </a:solidFill>
                <a:latin typeface="PingFang SC" panose="020B0400000000000000" charset="-122"/>
                <a:ea typeface="PingFang SC" panose="020B0400000000000000" charset="-122"/>
                <a:cs typeface="PingFang SC" panose="020B0400000000000000" charset="-122"/>
              </a:defRPr>
            </a:lvl1pPr>
            <a:lvl2pPr>
              <a:defRPr sz="1350" b="0">
                <a:solidFill>
                  <a:srgbClr val="53627A"/>
                </a:solidFill>
                <a:latin typeface="PingFang SC" panose="020B0400000000000000" charset="-122"/>
                <a:ea typeface="PingFang SC" panose="020B0400000000000000" charset="-122"/>
                <a:cs typeface="PingFang SC" panose="020B0400000000000000" charset="-122"/>
              </a:defRPr>
            </a:lvl2pPr>
            <a:lvl3pPr>
              <a:defRPr sz="1350" b="0">
                <a:solidFill>
                  <a:srgbClr val="53627A"/>
                </a:solidFill>
                <a:latin typeface="PingFang SC" panose="020B0400000000000000" charset="-122"/>
                <a:ea typeface="PingFang SC" panose="020B0400000000000000" charset="-122"/>
                <a:cs typeface="PingFang SC" panose="020B0400000000000000" charset="-122"/>
              </a:defRPr>
            </a:lvl3pPr>
            <a:lvl4pPr>
              <a:defRPr sz="1350" b="0">
                <a:solidFill>
                  <a:srgbClr val="53627A"/>
                </a:solidFill>
                <a:latin typeface="PingFang SC" panose="020B0400000000000000" charset="-122"/>
                <a:ea typeface="PingFang SC" panose="020B0400000000000000" charset="-122"/>
                <a:cs typeface="PingFang SC" panose="020B0400000000000000" charset="-122"/>
              </a:defRPr>
            </a:lvl4pPr>
            <a:lvl5pPr>
              <a:defRPr sz="1350" b="0">
                <a:solidFill>
                  <a:srgbClr val="53627A"/>
                </a:solidFill>
                <a:latin typeface="PingFang SC" panose="020B0400000000000000" charset="-122"/>
                <a:ea typeface="PingFang SC" panose="020B0400000000000000" charset="-122"/>
                <a:cs typeface="PingFang SC" panose="020B0400000000000000" charset="-122"/>
              </a:defRPr>
            </a:lvl5pPr>
            <a:lvl6pPr>
              <a:defRPr sz="1350" b="0">
                <a:solidFill>
                  <a:srgbClr val="53627A"/>
                </a:solidFill>
                <a:latin typeface="PingFang SC" panose="020B0400000000000000" charset="-122"/>
                <a:ea typeface="PingFang SC" panose="020B0400000000000000" charset="-122"/>
                <a:cs typeface="PingFang SC" panose="020B0400000000000000" charset="-122"/>
              </a:defRPr>
            </a:lvl6pPr>
            <a:lvl7pPr>
              <a:defRPr sz="1350" b="0">
                <a:solidFill>
                  <a:srgbClr val="53627A"/>
                </a:solidFill>
                <a:latin typeface="PingFang SC" panose="020B0400000000000000" charset="-122"/>
                <a:ea typeface="PingFang SC" panose="020B0400000000000000" charset="-122"/>
                <a:cs typeface="PingFang SC" panose="020B0400000000000000" charset="-122"/>
              </a:defRPr>
            </a:lvl7pPr>
            <a:lvl8pPr>
              <a:defRPr sz="1350" b="0">
                <a:solidFill>
                  <a:srgbClr val="53627A"/>
                </a:solidFill>
                <a:latin typeface="PingFang SC" panose="020B0400000000000000" charset="-122"/>
                <a:ea typeface="PingFang SC" panose="020B0400000000000000" charset="-122"/>
                <a:cs typeface="PingFang SC" panose="020B0400000000000000" charset="-122"/>
              </a:defRPr>
            </a:lvl8pPr>
            <a:lvl9pPr>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截图使用已有《小王子》文件。播放器已加载约 3 分 32 秒音频，本轮未重新生成</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
        <p:nvSpPr>
          <p:cNvPr id="10" name="矩形 9"/>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defRPr sz="1275" b="0">
                <a:solidFill>
                  <a:srgbClr val="53627A"/>
                </a:solidFill>
                <a:latin typeface="PingFang SC" panose="020B0400000000000000" charset="-122"/>
                <a:ea typeface="PingFang SC" panose="020B0400000000000000" charset="-122"/>
                <a:cs typeface="PingFang SC" panose="020B0400000000000000" charset="-122"/>
              </a:defRPr>
            </a:lvl1pPr>
            <a:lvl2pPr>
              <a:defRPr sz="1275" b="0">
                <a:solidFill>
                  <a:srgbClr val="53627A"/>
                </a:solidFill>
                <a:latin typeface="PingFang SC" panose="020B0400000000000000" charset="-122"/>
                <a:ea typeface="PingFang SC" panose="020B0400000000000000" charset="-122"/>
                <a:cs typeface="PingFang SC" panose="020B0400000000000000" charset="-122"/>
              </a:defRPr>
            </a:lvl2pPr>
            <a:lvl3pPr>
              <a:defRPr sz="1275" b="0">
                <a:solidFill>
                  <a:srgbClr val="53627A"/>
                </a:solidFill>
                <a:latin typeface="PingFang SC" panose="020B0400000000000000" charset="-122"/>
                <a:ea typeface="PingFang SC" panose="020B0400000000000000" charset="-122"/>
                <a:cs typeface="PingFang SC" panose="020B0400000000000000" charset="-122"/>
              </a:defRPr>
            </a:lvl3pPr>
            <a:lvl4pPr>
              <a:defRPr sz="1275" b="0">
                <a:solidFill>
                  <a:srgbClr val="53627A"/>
                </a:solidFill>
                <a:latin typeface="PingFang SC" panose="020B0400000000000000" charset="-122"/>
                <a:ea typeface="PingFang SC" panose="020B0400000000000000" charset="-122"/>
                <a:cs typeface="PingFang SC" panose="020B0400000000000000" charset="-122"/>
              </a:defRPr>
            </a:lvl4pPr>
            <a:lvl5pPr>
              <a:defRPr sz="1275" b="0">
                <a:solidFill>
                  <a:srgbClr val="53627A"/>
                </a:solidFill>
                <a:latin typeface="PingFang SC" panose="020B0400000000000000" charset="-122"/>
                <a:ea typeface="PingFang SC" panose="020B0400000000000000" charset="-122"/>
                <a:cs typeface="PingFang SC" panose="020B0400000000000000" charset="-122"/>
              </a:defRPr>
            </a:lvl5pPr>
            <a:lvl6pPr>
              <a:defRPr sz="1275" b="0">
                <a:solidFill>
                  <a:srgbClr val="53627A"/>
                </a:solidFill>
                <a:latin typeface="PingFang SC" panose="020B0400000000000000" charset="-122"/>
                <a:ea typeface="PingFang SC" panose="020B0400000000000000" charset="-122"/>
                <a:cs typeface="PingFang SC" panose="020B0400000000000000" charset="-122"/>
              </a:defRPr>
            </a:lvl6pPr>
            <a:lvl7pPr>
              <a:defRPr sz="1275" b="0">
                <a:solidFill>
                  <a:srgbClr val="53627A"/>
                </a:solidFill>
                <a:latin typeface="PingFang SC" panose="020B0400000000000000" charset="-122"/>
                <a:ea typeface="PingFang SC" panose="020B0400000000000000" charset="-122"/>
                <a:cs typeface="PingFang SC" panose="020B0400000000000000" charset="-122"/>
              </a:defRPr>
            </a:lvl7pPr>
            <a:lvl8pPr>
              <a:defRPr sz="1275" b="0">
                <a:solidFill>
                  <a:srgbClr val="53627A"/>
                </a:solidFill>
                <a:latin typeface="PingFang SC" panose="020B0400000000000000" charset="-122"/>
                <a:ea typeface="PingFang SC" panose="020B0400000000000000" charset="-122"/>
                <a:cs typeface="PingFang SC" panose="020B0400000000000000" charset="-122"/>
              </a:defRPr>
            </a:lvl8pPr>
            <a:lvl9pPr>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36</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p:sp>
        <p:nvSpPr>
          <p:cNvPr id="6" name="矩形 5"/>
          <p:cNvSpPr>
            <a:spLocks noGrp="1"/>
          </p:cNvSpPr>
          <p:nvPr/>
        </p:nvSpPr>
        <p:spPr>
          <a:xfrm>
            <a:off x="609600" y="457200"/>
            <a:ext cx="10953750" cy="809625"/>
          </a:xfrm>
          <a:prstGeom prst="rect">
            <a:avLst/>
          </a:prstGeom>
          <a:noFill/>
          <a:ln w="0">
            <a:noFill/>
          </a:ln>
        </p:spPr>
        <p:txBody>
          <a:bodyPr lIns="0" tIns="0" rIns="0" bIns="0"/>
          <a:lstStyle>
            <a:defPPr>
              <a:defRPr sz="3300" b="1">
                <a:solidFill>
                  <a:srgbClr val="16243B"/>
                </a:solidFill>
                <a:latin typeface="PingFang SC" panose="020B0400000000000000" charset="-122"/>
                <a:ea typeface="PingFang SC" panose="020B0400000000000000" charset="-122"/>
                <a:cs typeface="PingFang SC" panose="020B0400000000000000" charset="-122"/>
              </a:defRPr>
            </a:defPPr>
            <a:lvl1pPr>
              <a:buNone/>
              <a:defRPr sz="3300" b="1">
                <a:solidFill>
                  <a:srgbClr val="16243B"/>
                </a:solidFill>
                <a:latin typeface="PingFang SC" panose="020B0400000000000000" charset="-122"/>
                <a:ea typeface="PingFang SC" panose="020B0400000000000000" charset="-122"/>
                <a:cs typeface="PingFang SC" panose="020B0400000000000000" charset="-122"/>
              </a:defRPr>
            </a:lvl1pPr>
            <a:lvl2pPr>
              <a:buNone/>
              <a:defRPr sz="3300" b="1">
                <a:solidFill>
                  <a:srgbClr val="16243B"/>
                </a:solidFill>
                <a:latin typeface="PingFang SC" panose="020B0400000000000000" charset="-122"/>
                <a:ea typeface="PingFang SC" panose="020B0400000000000000" charset="-122"/>
                <a:cs typeface="PingFang SC" panose="020B0400000000000000" charset="-122"/>
              </a:defRPr>
            </a:lvl2pPr>
            <a:lvl3pPr>
              <a:buNone/>
              <a:defRPr sz="3300" b="1">
                <a:solidFill>
                  <a:srgbClr val="16243B"/>
                </a:solidFill>
                <a:latin typeface="PingFang SC" panose="020B0400000000000000" charset="-122"/>
                <a:ea typeface="PingFang SC" panose="020B0400000000000000" charset="-122"/>
                <a:cs typeface="PingFang SC" panose="020B0400000000000000" charset="-122"/>
              </a:defRPr>
            </a:lvl3pPr>
            <a:lvl4pPr>
              <a:buNone/>
              <a:defRPr sz="3300" b="1">
                <a:solidFill>
                  <a:srgbClr val="16243B"/>
                </a:solidFill>
                <a:latin typeface="PingFang SC" panose="020B0400000000000000" charset="-122"/>
                <a:ea typeface="PingFang SC" panose="020B0400000000000000" charset="-122"/>
                <a:cs typeface="PingFang SC" panose="020B0400000000000000" charset="-122"/>
              </a:defRPr>
            </a:lvl4pPr>
            <a:lvl5pPr>
              <a:buNone/>
              <a:defRPr sz="3300" b="1">
                <a:solidFill>
                  <a:srgbClr val="16243B"/>
                </a:solidFill>
                <a:latin typeface="PingFang SC" panose="020B0400000000000000" charset="-122"/>
                <a:ea typeface="PingFang SC" panose="020B0400000000000000" charset="-122"/>
                <a:cs typeface="PingFang SC" panose="020B0400000000000000" charset="-122"/>
              </a:defRPr>
            </a:lvl5pPr>
            <a:lvl6pPr>
              <a:buNone/>
              <a:defRPr sz="3300" b="1">
                <a:solidFill>
                  <a:srgbClr val="16243B"/>
                </a:solidFill>
                <a:latin typeface="PingFang SC" panose="020B0400000000000000" charset="-122"/>
                <a:ea typeface="PingFang SC" panose="020B0400000000000000" charset="-122"/>
                <a:cs typeface="PingFang SC" panose="020B0400000000000000" charset="-122"/>
              </a:defRPr>
            </a:lvl6pPr>
            <a:lvl7pPr>
              <a:buNone/>
              <a:defRPr sz="3300" b="1">
                <a:solidFill>
                  <a:srgbClr val="16243B"/>
                </a:solidFill>
                <a:latin typeface="PingFang SC" panose="020B0400000000000000" charset="-122"/>
                <a:ea typeface="PingFang SC" panose="020B0400000000000000" charset="-122"/>
                <a:cs typeface="PingFang SC" panose="020B0400000000000000" charset="-122"/>
              </a:defRPr>
            </a:lvl7pPr>
            <a:lvl8pPr>
              <a:buNone/>
              <a:defRPr sz="3300" b="1">
                <a:solidFill>
                  <a:srgbClr val="16243B"/>
                </a:solidFill>
                <a:latin typeface="PingFang SC" panose="020B0400000000000000" charset="-122"/>
                <a:ea typeface="PingFang SC" panose="020B0400000000000000" charset="-122"/>
                <a:cs typeface="PingFang SC" panose="020B0400000000000000" charset="-122"/>
              </a:defRPr>
            </a:lvl8pPr>
            <a:lvl9pPr>
              <a:buNone/>
              <a:defRPr sz="3300" b="1">
                <a:solidFill>
                  <a:srgbClr val="16243B"/>
                </a:solidFill>
                <a:latin typeface="PingFang SC" panose="020B0400000000000000" charset="-122"/>
                <a:ea typeface="PingFang SC" panose="020B0400000000000000" charset="-122"/>
                <a:cs typeface="PingFang SC" panose="020B0400000000000000" charset="-122"/>
              </a:defRPr>
            </a:lvl9pPr>
          </a:lstStyle>
          <a:p>
            <a:pPr>
              <a:buNone/>
              <a:defRPr sz="3300" b="1">
                <a:solidFill>
                  <a:srgbClr val="16243B"/>
                </a:solidFill>
                <a:latin typeface="PingFang SC" panose="020B0400000000000000" charset="-122"/>
                <a:ea typeface="PingFang SC" panose="020B0400000000000000" charset="-122"/>
                <a:cs typeface="PingFang SC" panose="020B0400000000000000" charset="-122"/>
              </a:defRPr>
            </a:pPr>
            <a:r>
              <a:rPr sz="3300" b="1">
                <a:solidFill>
                  <a:srgbClr val="16243B"/>
                </a:solidFill>
                <a:latin typeface="PingFang SC" panose="020B0400000000000000" charset="-122"/>
                <a:ea typeface="PingFang SC" panose="020B0400000000000000" charset="-122"/>
                <a:cs typeface="PingFang SC" panose="020B0400000000000000" charset="-122"/>
              </a:rPr>
              <a:t>现在做到哪一步，接下来先做什么</a:t>
            </a:r>
            <a:endParaRPr sz="3300" b="1">
              <a:solidFill>
                <a:srgbClr val="16243B"/>
              </a:solidFill>
              <a:latin typeface="PingFang SC" panose="020B0400000000000000" charset="-122"/>
              <a:ea typeface="PingFang SC" panose="020B0400000000000000" charset="-122"/>
              <a:cs typeface="PingFang SC" panose="020B0400000000000000" charset="-122"/>
            </a:endParaRPr>
          </a:p>
        </p:txBody>
      </p:sp>
      <p:sp>
        <p:nvSpPr>
          <p:cNvPr id="2" name="矩形 1"/>
          <p:cNvSpPr>
            <a:spLocks noGrp="1"/>
          </p:cNvSpPr>
          <p:nvPr/>
        </p:nvSpPr>
        <p:spPr>
          <a:xfrm>
            <a:off x="11172825" y="6372225"/>
            <a:ext cx="428625" cy="238125"/>
          </a:xfrm>
          <a:prstGeom prst="rect">
            <a:avLst/>
          </a:prstGeom>
          <a:noFill/>
          <a:ln w="0">
            <a:noFill/>
          </a:ln>
        </p:spPr>
        <p:txBody>
          <a:bodyPr lIns="0" tIns="0" rIns="0" bIns="0"/>
          <a:lstStyle>
            <a:defPPr>
              <a:defRPr sz="1275" b="0">
                <a:solidFill>
                  <a:srgbClr val="53627A"/>
                </a:solidFill>
                <a:latin typeface="PingFang SC" panose="020B0400000000000000" charset="-122"/>
                <a:ea typeface="PingFang SC" panose="020B0400000000000000" charset="-122"/>
                <a:cs typeface="PingFang SC" panose="020B0400000000000000" charset="-122"/>
              </a:defRPr>
            </a:defPPr>
            <a:lvl1pPr>
              <a:buNone/>
              <a:defRPr sz="1275" b="0">
                <a:solidFill>
                  <a:srgbClr val="53627A"/>
                </a:solidFill>
                <a:latin typeface="PingFang SC" panose="020B0400000000000000" charset="-122"/>
                <a:ea typeface="PingFang SC" panose="020B0400000000000000" charset="-122"/>
                <a:cs typeface="PingFang SC" panose="020B0400000000000000" charset="-122"/>
              </a:defRPr>
            </a:lvl1pPr>
            <a:lvl2pPr>
              <a:buNone/>
              <a:defRPr sz="1275" b="0">
                <a:solidFill>
                  <a:srgbClr val="53627A"/>
                </a:solidFill>
                <a:latin typeface="PingFang SC" panose="020B0400000000000000" charset="-122"/>
                <a:ea typeface="PingFang SC" panose="020B0400000000000000" charset="-122"/>
                <a:cs typeface="PingFang SC" panose="020B0400000000000000" charset="-122"/>
              </a:defRPr>
            </a:lvl2pPr>
            <a:lvl3pPr>
              <a:buNone/>
              <a:defRPr sz="1275" b="0">
                <a:solidFill>
                  <a:srgbClr val="53627A"/>
                </a:solidFill>
                <a:latin typeface="PingFang SC" panose="020B0400000000000000" charset="-122"/>
                <a:ea typeface="PingFang SC" panose="020B0400000000000000" charset="-122"/>
                <a:cs typeface="PingFang SC" panose="020B0400000000000000" charset="-122"/>
              </a:defRPr>
            </a:lvl3pPr>
            <a:lvl4pPr>
              <a:buNone/>
              <a:defRPr sz="1275" b="0">
                <a:solidFill>
                  <a:srgbClr val="53627A"/>
                </a:solidFill>
                <a:latin typeface="PingFang SC" panose="020B0400000000000000" charset="-122"/>
                <a:ea typeface="PingFang SC" panose="020B0400000000000000" charset="-122"/>
                <a:cs typeface="PingFang SC" panose="020B0400000000000000" charset="-122"/>
              </a:defRPr>
            </a:lvl4pPr>
            <a:lvl5pPr>
              <a:buNone/>
              <a:defRPr sz="1275" b="0">
                <a:solidFill>
                  <a:srgbClr val="53627A"/>
                </a:solidFill>
                <a:latin typeface="PingFang SC" panose="020B0400000000000000" charset="-122"/>
                <a:ea typeface="PingFang SC" panose="020B0400000000000000" charset="-122"/>
                <a:cs typeface="PingFang SC" panose="020B0400000000000000" charset="-122"/>
              </a:defRPr>
            </a:lvl5pPr>
            <a:lvl6pPr>
              <a:buNone/>
              <a:defRPr sz="1275" b="0">
                <a:solidFill>
                  <a:srgbClr val="53627A"/>
                </a:solidFill>
                <a:latin typeface="PingFang SC" panose="020B0400000000000000" charset="-122"/>
                <a:ea typeface="PingFang SC" panose="020B0400000000000000" charset="-122"/>
                <a:cs typeface="PingFang SC" panose="020B0400000000000000" charset="-122"/>
              </a:defRPr>
            </a:lvl6pPr>
            <a:lvl7pPr>
              <a:buNone/>
              <a:defRPr sz="1275" b="0">
                <a:solidFill>
                  <a:srgbClr val="53627A"/>
                </a:solidFill>
                <a:latin typeface="PingFang SC" panose="020B0400000000000000" charset="-122"/>
                <a:ea typeface="PingFang SC" panose="020B0400000000000000" charset="-122"/>
                <a:cs typeface="PingFang SC" panose="020B0400000000000000" charset="-122"/>
              </a:defRPr>
            </a:lvl7pPr>
            <a:lvl8pPr>
              <a:buNone/>
              <a:defRPr sz="1275" b="0">
                <a:solidFill>
                  <a:srgbClr val="53627A"/>
                </a:solidFill>
                <a:latin typeface="PingFang SC" panose="020B0400000000000000" charset="-122"/>
                <a:ea typeface="PingFang SC" panose="020B0400000000000000" charset="-122"/>
                <a:cs typeface="PingFang SC" panose="020B0400000000000000" charset="-122"/>
              </a:defRPr>
            </a:lvl8pPr>
            <a:lvl9pPr>
              <a:buNone/>
              <a:defRPr sz="1275"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275" b="0">
                <a:solidFill>
                  <a:srgbClr val="53627A"/>
                </a:solidFill>
                <a:latin typeface="PingFang SC" panose="020B0400000000000000" charset="-122"/>
                <a:ea typeface="PingFang SC" panose="020B0400000000000000" charset="-122"/>
                <a:cs typeface="PingFang SC" panose="020B0400000000000000" charset="-122"/>
              </a:defRPr>
            </a:pPr>
            <a:r>
              <a:rPr sz="1275" b="0">
                <a:solidFill>
                  <a:srgbClr val="53627A"/>
                </a:solidFill>
                <a:latin typeface="PingFang SC" panose="020B0400000000000000" charset="-122"/>
                <a:ea typeface="PingFang SC" panose="020B0400000000000000" charset="-122"/>
                <a:cs typeface="PingFang SC" panose="020B0400000000000000" charset="-122"/>
              </a:rPr>
              <a:t>37</a:t>
            </a:r>
            <a:endParaRPr sz="1275" b="0">
              <a:solidFill>
                <a:srgbClr val="53627A"/>
              </a:solidFill>
              <a:latin typeface="PingFang SC" panose="020B0400000000000000" charset="-122"/>
              <a:ea typeface="PingFang SC" panose="020B0400000000000000" charset="-122"/>
              <a:cs typeface="PingFang SC" panose="020B0400000000000000" charset="-122"/>
            </a:endParaRPr>
          </a:p>
        </p:txBody>
      </p:sp>
      <p:graphicFrame>
        <p:nvGraphicFramePr>
          <p:cNvPr id="3" name="表格 2"/>
          <p:cNvGraphicFramePr/>
          <p:nvPr/>
        </p:nvGraphicFramePr>
        <p:xfrm>
          <a:off x="609600" y="1695450"/>
          <a:ext cx="10972800" cy="3305175"/>
        </p:xfrm>
        <a:graphic>
          <a:graphicData uri="http://schemas.openxmlformats.org/drawingml/2006/table">
            <a:tbl>
              <a:tblPr/>
              <a:tblGrid>
                <a:gridCol w="2000250"/>
                <a:gridCol w="5048250"/>
                <a:gridCol w="3924300"/>
              </a:tblGrid>
              <a:tr h="661035">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方面</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目前已经做了</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c>
                  <a:txBody>
                    <a:bodyPr/>
                    <a:lstStyle/>
                    <a:p>
                      <a:r>
                        <a:rPr sz="1875" b="1">
                          <a:solidFill>
                            <a:srgbClr val="245BDD"/>
                          </a:solidFill>
                          <a:latin typeface="PingFang SC" panose="020B0400000000000000" charset="-122"/>
                          <a:ea typeface="PingFang SC" panose="020B0400000000000000" charset="-122"/>
                          <a:cs typeface="PingFang SC" panose="020B0400000000000000" charset="-122"/>
                        </a:rPr>
                        <a:t>下一步</a:t>
                      </a:r>
                      <a:endParaRPr sz="1875" b="1">
                        <a:solidFill>
                          <a:srgbClr val="245BDD"/>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T w="9525">
                      <a:solidFill>
                        <a:srgbClr val="CED8E8"/>
                      </a:solidFill>
                      <a:prstDash val="solid"/>
                    </a:lnT>
                    <a:lnB w="9525">
                      <a:solidFill>
                        <a:srgbClr val="CED8E8"/>
                      </a:solidFill>
                      <a:prstDash val="solid"/>
                    </a:lnB>
                    <a:solidFill>
                      <a:srgbClr val="EAF0FC"/>
                    </a:solidFill>
                  </a:tcPr>
                </a:tc>
              </a:tr>
              <a:tr h="661035">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整套制作流程</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选章节、分人物、选声音、生成和查问题</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先把 MiMo 网页使用流程做好</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661035">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实际使用</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完成首章生成，修过重复和长停顿等问题</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完成这一版整章试听，再扩大使用</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r h="661035">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研究准备</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有修复案例，也有 36 道人物辨认题</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换更多书，找听众做比较</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FFFFF"/>
                    </a:solidFill>
                  </a:tcPr>
                </a:tc>
              </a:tr>
              <a:tr h="661035">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其他语音服务</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L w="9525">
                      <a:solidFill>
                        <a:srgbClr val="CED8E8"/>
                      </a:solidFill>
                      <a:prstDash val="solid"/>
                    </a:lnL>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原转换器支持多种服务</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c>
                  <a:txBody>
                    <a:bodyPr/>
                    <a:lstStyle/>
                    <a:p>
                      <a:r>
                        <a:rPr sz="1875" b="0">
                          <a:solidFill>
                            <a:srgbClr val="16243B"/>
                          </a:solidFill>
                          <a:latin typeface="PingFang SC" panose="020B0400000000000000" charset="-122"/>
                          <a:ea typeface="PingFang SC" panose="020B0400000000000000" charset="-122"/>
                          <a:cs typeface="PingFang SC" panose="020B0400000000000000" charset="-122"/>
                        </a:rPr>
                        <a:t>新的适配与论文实验暂缓</a:t>
                      </a:r>
                      <a:endParaRPr sz="1875" b="0">
                        <a:solidFill>
                          <a:srgbClr val="16243B"/>
                        </a:solidFill>
                        <a:latin typeface="PingFang SC" panose="020B0400000000000000" charset="-122"/>
                        <a:ea typeface="PingFang SC" panose="020B0400000000000000" charset="-122"/>
                        <a:cs typeface="PingFang SC" panose="020B0400000000000000" charset="-122"/>
                      </a:endParaRPr>
                    </a:p>
                  </a:txBody>
                  <a:tcPr>
                    <a:lnR w="9525">
                      <a:solidFill>
                        <a:srgbClr val="CED8E8"/>
                      </a:solidFill>
                      <a:prstDash val="solid"/>
                    </a:lnR>
                    <a:lnB w="9525">
                      <a:solidFill>
                        <a:srgbClr val="CED8E8"/>
                      </a:solidFill>
                      <a:prstDash val="solid"/>
                    </a:lnB>
                    <a:solidFill>
                      <a:srgbClr val="F1F5FA"/>
                    </a:solidFill>
                  </a:tcPr>
                </a:tc>
              </a:tr>
            </a:tbl>
          </a:graphicData>
        </a:graphic>
      </p:graphicFrame>
      <p:sp>
        <p:nvSpPr>
          <p:cNvPr id="4" name="矩形 3"/>
          <p:cNvSpPr>
            <a:spLocks noGrp="1"/>
          </p:cNvSpPr>
          <p:nvPr/>
        </p:nvSpPr>
        <p:spPr>
          <a:xfrm>
            <a:off x="609600" y="5314950"/>
            <a:ext cx="10953750" cy="504825"/>
          </a:xfrm>
          <a:prstGeom prst="rect">
            <a:avLst/>
          </a:prstGeom>
          <a:noFill/>
          <a:ln w="0">
            <a:noFill/>
          </a:ln>
        </p:spPr>
        <p:txBody>
          <a:bodyPr lIns="0" tIns="0" rIns="0" bIns="0"/>
          <a:lstStyle>
            <a:defPPr>
              <a:defRPr sz="2100" b="1">
                <a:solidFill>
                  <a:srgbClr val="245BDD"/>
                </a:solidFill>
                <a:latin typeface="PingFang SC" panose="020B0400000000000000" charset="-122"/>
                <a:ea typeface="PingFang SC" panose="020B0400000000000000" charset="-122"/>
                <a:cs typeface="PingFang SC" panose="020B0400000000000000" charset="-122"/>
              </a:defRPr>
            </a:defPPr>
            <a:lvl1pPr>
              <a:buNone/>
              <a:defRPr sz="2100" b="1">
                <a:solidFill>
                  <a:srgbClr val="245BDD"/>
                </a:solidFill>
                <a:latin typeface="PingFang SC" panose="020B0400000000000000" charset="-122"/>
                <a:ea typeface="PingFang SC" panose="020B0400000000000000" charset="-122"/>
                <a:cs typeface="PingFang SC" panose="020B0400000000000000" charset="-122"/>
              </a:defRPr>
            </a:lvl1pPr>
            <a:lvl2pPr>
              <a:buNone/>
              <a:defRPr sz="2100" b="1">
                <a:solidFill>
                  <a:srgbClr val="245BDD"/>
                </a:solidFill>
                <a:latin typeface="PingFang SC" panose="020B0400000000000000" charset="-122"/>
                <a:ea typeface="PingFang SC" panose="020B0400000000000000" charset="-122"/>
                <a:cs typeface="PingFang SC" panose="020B0400000000000000" charset="-122"/>
              </a:defRPr>
            </a:lvl2pPr>
            <a:lvl3pPr>
              <a:buNone/>
              <a:defRPr sz="2100" b="1">
                <a:solidFill>
                  <a:srgbClr val="245BDD"/>
                </a:solidFill>
                <a:latin typeface="PingFang SC" panose="020B0400000000000000" charset="-122"/>
                <a:ea typeface="PingFang SC" panose="020B0400000000000000" charset="-122"/>
                <a:cs typeface="PingFang SC" panose="020B0400000000000000" charset="-122"/>
              </a:defRPr>
            </a:lvl3pPr>
            <a:lvl4pPr>
              <a:buNone/>
              <a:defRPr sz="2100" b="1">
                <a:solidFill>
                  <a:srgbClr val="245BDD"/>
                </a:solidFill>
                <a:latin typeface="PingFang SC" panose="020B0400000000000000" charset="-122"/>
                <a:ea typeface="PingFang SC" panose="020B0400000000000000" charset="-122"/>
                <a:cs typeface="PingFang SC" panose="020B0400000000000000" charset="-122"/>
              </a:defRPr>
            </a:lvl4pPr>
            <a:lvl5pPr>
              <a:buNone/>
              <a:defRPr sz="2100" b="1">
                <a:solidFill>
                  <a:srgbClr val="245BDD"/>
                </a:solidFill>
                <a:latin typeface="PingFang SC" panose="020B0400000000000000" charset="-122"/>
                <a:ea typeface="PingFang SC" panose="020B0400000000000000" charset="-122"/>
                <a:cs typeface="PingFang SC" panose="020B0400000000000000" charset="-122"/>
              </a:defRPr>
            </a:lvl5pPr>
            <a:lvl6pPr>
              <a:buNone/>
              <a:defRPr sz="2100" b="1">
                <a:solidFill>
                  <a:srgbClr val="245BDD"/>
                </a:solidFill>
                <a:latin typeface="PingFang SC" panose="020B0400000000000000" charset="-122"/>
                <a:ea typeface="PingFang SC" panose="020B0400000000000000" charset="-122"/>
                <a:cs typeface="PingFang SC" panose="020B0400000000000000" charset="-122"/>
              </a:defRPr>
            </a:lvl6pPr>
            <a:lvl7pPr>
              <a:buNone/>
              <a:defRPr sz="2100" b="1">
                <a:solidFill>
                  <a:srgbClr val="245BDD"/>
                </a:solidFill>
                <a:latin typeface="PingFang SC" panose="020B0400000000000000" charset="-122"/>
                <a:ea typeface="PingFang SC" panose="020B0400000000000000" charset="-122"/>
                <a:cs typeface="PingFang SC" panose="020B0400000000000000" charset="-122"/>
              </a:defRPr>
            </a:lvl7pPr>
            <a:lvl8pPr>
              <a:buNone/>
              <a:defRPr sz="2100" b="1">
                <a:solidFill>
                  <a:srgbClr val="245BDD"/>
                </a:solidFill>
                <a:latin typeface="PingFang SC" panose="020B0400000000000000" charset="-122"/>
                <a:ea typeface="PingFang SC" panose="020B0400000000000000" charset="-122"/>
                <a:cs typeface="PingFang SC" panose="020B0400000000000000" charset="-122"/>
              </a:defRPr>
            </a:lvl8pPr>
            <a:lvl9pPr>
              <a:buNone/>
              <a:defRPr sz="2100" b="1">
                <a:solidFill>
                  <a:srgbClr val="245BDD"/>
                </a:solidFill>
                <a:latin typeface="PingFang SC" panose="020B0400000000000000" charset="-122"/>
                <a:ea typeface="PingFang SC" panose="020B0400000000000000" charset="-122"/>
                <a:cs typeface="PingFang SC" panose="020B0400000000000000" charset="-122"/>
              </a:defRPr>
            </a:lvl9pPr>
          </a:lstStyle>
          <a:p>
            <a:pPr>
              <a:buNone/>
              <a:defRPr sz="2100" b="1">
                <a:solidFill>
                  <a:srgbClr val="245BDD"/>
                </a:solidFill>
                <a:latin typeface="PingFang SC" panose="020B0400000000000000" charset="-122"/>
                <a:ea typeface="PingFang SC" panose="020B0400000000000000" charset="-122"/>
                <a:cs typeface="PingFang SC" panose="020B0400000000000000" charset="-122"/>
              </a:defRPr>
            </a:pPr>
            <a:r>
              <a:rPr sz="2100" b="1">
                <a:solidFill>
                  <a:srgbClr val="245BDD"/>
                </a:solidFill>
                <a:latin typeface="PingFang SC" panose="020B0400000000000000" charset="-122"/>
                <a:ea typeface="PingFang SC" panose="020B0400000000000000" charset="-122"/>
                <a:cs typeface="PingFang SC" panose="020B0400000000000000" charset="-122"/>
              </a:rPr>
              <a:t>最近保存的程序测试：674 项，644 项通过，30 项因环境跳过。</a:t>
            </a:r>
            <a:endParaRPr sz="2100" b="1">
              <a:solidFill>
                <a:srgbClr val="245BDD"/>
              </a:solidFill>
              <a:latin typeface="PingFang SC" panose="020B0400000000000000" charset="-122"/>
              <a:ea typeface="PingFang SC" panose="020B0400000000000000" charset="-122"/>
              <a:cs typeface="PingFang SC" panose="020B0400000000000000" charset="-122"/>
            </a:endParaRPr>
          </a:p>
        </p:txBody>
      </p:sp>
      <p:sp>
        <p:nvSpPr>
          <p:cNvPr id="5" name="矩形 4"/>
          <p:cNvSpPr>
            <a:spLocks noGrp="1"/>
          </p:cNvSpPr>
          <p:nvPr/>
        </p:nvSpPr>
        <p:spPr>
          <a:xfrm>
            <a:off x="609600" y="6057900"/>
            <a:ext cx="10382250" cy="400050"/>
          </a:xfrm>
          <a:prstGeom prst="rect">
            <a:avLst/>
          </a:prstGeom>
          <a:noFill/>
          <a:ln w="0">
            <a:noFill/>
          </a:ln>
        </p:spPr>
        <p:txBody>
          <a:bodyPr lIns="0" tIns="0" rIns="0" bIns="0"/>
          <a:lstStyle>
            <a:defPPr>
              <a:defRPr sz="1350" b="0">
                <a:solidFill>
                  <a:srgbClr val="53627A"/>
                </a:solidFill>
                <a:latin typeface="PingFang SC" panose="020B0400000000000000" charset="-122"/>
                <a:ea typeface="PingFang SC" panose="020B0400000000000000" charset="-122"/>
                <a:cs typeface="PingFang SC" panose="020B0400000000000000" charset="-122"/>
              </a:defRPr>
            </a:defPPr>
            <a:lvl1pPr>
              <a:buNone/>
              <a:defRPr sz="1350" b="0">
                <a:solidFill>
                  <a:srgbClr val="53627A"/>
                </a:solidFill>
                <a:latin typeface="PingFang SC" panose="020B0400000000000000" charset="-122"/>
                <a:ea typeface="PingFang SC" panose="020B0400000000000000" charset="-122"/>
                <a:cs typeface="PingFang SC" panose="020B0400000000000000" charset="-122"/>
              </a:defRPr>
            </a:lvl1pPr>
            <a:lvl2pPr>
              <a:buNone/>
              <a:defRPr sz="1350" b="0">
                <a:solidFill>
                  <a:srgbClr val="53627A"/>
                </a:solidFill>
                <a:latin typeface="PingFang SC" panose="020B0400000000000000" charset="-122"/>
                <a:ea typeface="PingFang SC" panose="020B0400000000000000" charset="-122"/>
                <a:cs typeface="PingFang SC" panose="020B0400000000000000" charset="-122"/>
              </a:defRPr>
            </a:lvl2pPr>
            <a:lvl3pPr>
              <a:buNone/>
              <a:defRPr sz="1350" b="0">
                <a:solidFill>
                  <a:srgbClr val="53627A"/>
                </a:solidFill>
                <a:latin typeface="PingFang SC" panose="020B0400000000000000" charset="-122"/>
                <a:ea typeface="PingFang SC" panose="020B0400000000000000" charset="-122"/>
                <a:cs typeface="PingFang SC" panose="020B0400000000000000" charset="-122"/>
              </a:defRPr>
            </a:lvl3pPr>
            <a:lvl4pPr>
              <a:buNone/>
              <a:defRPr sz="1350" b="0">
                <a:solidFill>
                  <a:srgbClr val="53627A"/>
                </a:solidFill>
                <a:latin typeface="PingFang SC" panose="020B0400000000000000" charset="-122"/>
                <a:ea typeface="PingFang SC" panose="020B0400000000000000" charset="-122"/>
                <a:cs typeface="PingFang SC" panose="020B0400000000000000" charset="-122"/>
              </a:defRPr>
            </a:lvl4pPr>
            <a:lvl5pPr>
              <a:buNone/>
              <a:defRPr sz="1350" b="0">
                <a:solidFill>
                  <a:srgbClr val="53627A"/>
                </a:solidFill>
                <a:latin typeface="PingFang SC" panose="020B0400000000000000" charset="-122"/>
                <a:ea typeface="PingFang SC" panose="020B0400000000000000" charset="-122"/>
                <a:cs typeface="PingFang SC" panose="020B0400000000000000" charset="-122"/>
              </a:defRPr>
            </a:lvl5pPr>
            <a:lvl6pPr>
              <a:buNone/>
              <a:defRPr sz="1350" b="0">
                <a:solidFill>
                  <a:srgbClr val="53627A"/>
                </a:solidFill>
                <a:latin typeface="PingFang SC" panose="020B0400000000000000" charset="-122"/>
                <a:ea typeface="PingFang SC" panose="020B0400000000000000" charset="-122"/>
                <a:cs typeface="PingFang SC" panose="020B0400000000000000" charset="-122"/>
              </a:defRPr>
            </a:lvl6pPr>
            <a:lvl7pPr>
              <a:buNone/>
              <a:defRPr sz="1350" b="0">
                <a:solidFill>
                  <a:srgbClr val="53627A"/>
                </a:solidFill>
                <a:latin typeface="PingFang SC" panose="020B0400000000000000" charset="-122"/>
                <a:ea typeface="PingFang SC" panose="020B0400000000000000" charset="-122"/>
                <a:cs typeface="PingFang SC" panose="020B0400000000000000" charset="-122"/>
              </a:defRPr>
            </a:lvl7pPr>
            <a:lvl8pPr>
              <a:buNone/>
              <a:defRPr sz="1350" b="0">
                <a:solidFill>
                  <a:srgbClr val="53627A"/>
                </a:solidFill>
                <a:latin typeface="PingFang SC" panose="020B0400000000000000" charset="-122"/>
                <a:ea typeface="PingFang SC" panose="020B0400000000000000" charset="-122"/>
                <a:cs typeface="PingFang SC" panose="020B0400000000000000" charset="-122"/>
              </a:defRPr>
            </a:lvl8pPr>
            <a:lvl9pPr>
              <a:buNone/>
              <a:defRPr sz="1350" b="0">
                <a:solidFill>
                  <a:srgbClr val="53627A"/>
                </a:solidFill>
                <a:latin typeface="PingFang SC" panose="020B0400000000000000" charset="-122"/>
                <a:ea typeface="PingFang SC" panose="020B0400000000000000" charset="-122"/>
                <a:cs typeface="PingFang SC" panose="020B0400000000000000" charset="-122"/>
              </a:defRPr>
            </a:lvl9pPr>
          </a:lstStyle>
          <a:p>
            <a:pPr>
              <a:buNone/>
              <a:defRPr sz="1350" b="0">
                <a:solidFill>
                  <a:srgbClr val="53627A"/>
                </a:solidFill>
                <a:latin typeface="PingFang SC" panose="020B0400000000000000" charset="-122"/>
                <a:ea typeface="PingFang SC" panose="020B0400000000000000" charset="-122"/>
                <a:cs typeface="PingFang SC" panose="020B0400000000000000" charset="-122"/>
              </a:defRPr>
            </a:pPr>
            <a:r>
              <a:rPr sz="1350" b="0">
                <a:solidFill>
                  <a:srgbClr val="53627A"/>
                </a:solidFill>
                <a:latin typeface="PingFang SC" panose="020B0400000000000000" charset="-122"/>
                <a:ea typeface="PingFang SC" panose="020B0400000000000000" charset="-122"/>
                <a:cs typeface="PingFang SC" panose="020B0400000000000000" charset="-122"/>
              </a:rPr>
              <a:t>程序测试说明功能运行情况，实际听感和论文效果还需要另外验证</a:t>
            </a:r>
            <a:endParaRPr sz="1350" b="0">
              <a:solidFill>
                <a:srgbClr val="53627A"/>
              </a:solidFill>
              <a:latin typeface="PingFang SC" panose="020B0400000000000000" charset="-122"/>
              <a:ea typeface="PingFang SC" panose="020B0400000000000000" charset="-122"/>
              <a:cs typeface="PingFang SC" panose="020B0400000000000000" charset="-122"/>
            </a:endParaRP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8438</Words>
  <Application>WPS 文字</Application>
  <PresentationFormat>Converted Presentation</PresentationFormat>
  <Paragraphs>989</Paragraphs>
  <Slides>35</Slides>
  <Notes>0</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35</vt:i4>
      </vt:variant>
    </vt:vector>
  </HeadingPairs>
  <TitlesOfParts>
    <vt:vector size="48" baseType="lpstr">
      <vt:lpstr>Arial</vt:lpstr>
      <vt:lpstr>宋体</vt:lpstr>
      <vt:lpstr>Wingdings</vt:lpstr>
      <vt:lpstr>PingFang SC</vt:lpstr>
      <vt:lpstr>微软雅黑</vt:lpstr>
      <vt:lpstr>方正雅意黑 GB18030L2</vt:lpstr>
      <vt:lpstr>宋体</vt:lpstr>
      <vt:lpstr>Arial Unicode MS</vt:lpstr>
      <vt:lpstr>汉仪书宋二KW</vt:lpstr>
      <vt:lpstr>Aptos</vt:lpstr>
      <vt:lpstr>Helvetica Neue</vt:lpstr>
      <vt:lpstr>Calibri</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尹梓航</cp:lastModifiedBy>
  <cp:revision>1</cp:revision>
  <dcterms:created xsi:type="dcterms:W3CDTF">2026-10-19T14:56:59Z</dcterms:created>
  <dcterms:modified xsi:type="dcterms:W3CDTF">2026-10-19T14:56:59Z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2052-12.1.28492.28492</vt:lpwstr>
  </property>
  <property fmtid="{D5CDD505-2E9C-101B-9397-08002B2CF9AE}" pid="3" name="ICV">
    <vt:lpwstr>D1B956126D2A26CEBB2FD66A97E5805D_42</vt:lpwstr>
  </property>
</Properties>
</file>