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aa4d9cc7504f1f" /><Relationship Type="http://schemas.openxmlformats.org/officeDocument/2006/relationships/extended-properties" Target="/docProps/app.xml" Id="R0e4344af329f418a" /><Relationship Type="http://schemas.openxmlformats.org/officeDocument/2006/relationships/officeDocument" Target="/ppt/presentation.xml" Id="Ra15bb13d4ab34e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daaabeca9841cd"/>
  </p:sldMasterIdLst>
  <p:notesMasterIdLst>
    <p:notesMasterId xmlns:r="http://schemas.openxmlformats.org/officeDocument/2006/relationships" r:id="R7cdae8056a6e44a0"/>
  </p:notesMasterIdLst>
  <p:sldIdLst>
    <p:sldId xmlns:r="http://schemas.openxmlformats.org/officeDocument/2006/relationships" id="256" r:id="R6aca31d651d847fb"/>
    <p:sldId xmlns:r="http://schemas.openxmlformats.org/officeDocument/2006/relationships" id="257" r:id="R7f5d6a0310174268"/>
    <p:sldId xmlns:r="http://schemas.openxmlformats.org/officeDocument/2006/relationships" id="258" r:id="R550b6f8fbab04084"/>
    <p:sldId xmlns:r="http://schemas.openxmlformats.org/officeDocument/2006/relationships" id="259" r:id="Rd6d9923abb1d46aa"/>
    <p:sldId xmlns:r="http://schemas.openxmlformats.org/officeDocument/2006/relationships" id="260" r:id="Rb158a735091b4230"/>
    <p:sldId xmlns:r="http://schemas.openxmlformats.org/officeDocument/2006/relationships" id="261" r:id="R37d23fa944f84939"/>
    <p:sldId xmlns:r="http://schemas.openxmlformats.org/officeDocument/2006/relationships" id="262" r:id="Rb80a6cd445ef4e22"/>
    <p:sldId xmlns:r="http://schemas.openxmlformats.org/officeDocument/2006/relationships" id="263" r:id="Rf3d1cad32a994408"/>
    <p:sldId xmlns:r="http://schemas.openxmlformats.org/officeDocument/2006/relationships" id="264" r:id="Re2853e15b20c41bf"/>
    <p:sldId xmlns:r="http://schemas.openxmlformats.org/officeDocument/2006/relationships" id="265" r:id="R10b1df8753474d80"/>
    <p:sldId xmlns:r="http://schemas.openxmlformats.org/officeDocument/2006/relationships" id="266" r:id="Ree69dec043904439"/>
    <p:sldId xmlns:r="http://schemas.openxmlformats.org/officeDocument/2006/relationships" id="267" r:id="Ra15890faee334510"/>
    <p:sldId xmlns:r="http://schemas.openxmlformats.org/officeDocument/2006/relationships" id="268" r:id="Rb66bc27207d249c6"/>
    <p:sldId xmlns:r="http://schemas.openxmlformats.org/officeDocument/2006/relationships" id="269" r:id="R5a6b486f6cd945a1"/>
    <p:sldId xmlns:r="http://schemas.openxmlformats.org/officeDocument/2006/relationships" id="270" r:id="Rb411a20d8f064d09"/>
    <p:sldId xmlns:r="http://schemas.openxmlformats.org/officeDocument/2006/relationships" id="271" r:id="R03338deab7fe47de"/>
    <p:sldId xmlns:r="http://schemas.openxmlformats.org/officeDocument/2006/relationships" id="272" r:id="R738ee446b08d4383"/>
    <p:sldId xmlns:r="http://schemas.openxmlformats.org/officeDocument/2006/relationships" id="273" r:id="R0d6915e18ec74acc"/>
    <p:sldId xmlns:r="http://schemas.openxmlformats.org/officeDocument/2006/relationships" id="274" r:id="Rb031247cadca4200"/>
    <p:sldId xmlns:r="http://schemas.openxmlformats.org/officeDocument/2006/relationships" id="275" r:id="R6599b7cf7b7143b5"/>
    <p:sldId xmlns:r="http://schemas.openxmlformats.org/officeDocument/2006/relationships" id="276" r:id="R9029f8c34ec64a59"/>
    <p:sldId xmlns:r="http://schemas.openxmlformats.org/officeDocument/2006/relationships" id="277" r:id="R7bd2661d7d8843f1"/>
    <p:sldId xmlns:r="http://schemas.openxmlformats.org/officeDocument/2006/relationships" id="278" r:id="R721a08283bc0469c"/>
    <p:sldId xmlns:r="http://schemas.openxmlformats.org/officeDocument/2006/relationships" id="279" r:id="Ra92ec6726d0e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05c9c59214503" /><Relationship Type="http://schemas.openxmlformats.org/officeDocument/2006/relationships/slideMaster" Target="/ppt/slideMasters/slideMaster1.xml" Id="R60daaabeca9841cd" /><Relationship Type="http://schemas.openxmlformats.org/officeDocument/2006/relationships/notesMaster" Target="/ppt/notesMasters/notesMaster1.xml" Id="R7cdae8056a6e44a0" /><Relationship Type="http://schemas.openxmlformats.org/officeDocument/2006/relationships/presProps" Target="/ppt/presProps.xml" Id="R1eb67bed711e4e33" /><Relationship Type="http://schemas.openxmlformats.org/officeDocument/2006/relationships/tableStyles" Target="/ppt/tableStyles.xml" Id="Rc04736e5da544a03" /><Relationship Type="http://schemas.openxmlformats.org/officeDocument/2006/relationships/slide" Target="/ppt/slides/slide1.xml" Id="R6aca31d651d847fb" /><Relationship Type="http://schemas.openxmlformats.org/officeDocument/2006/relationships/slide" Target="/ppt/slides/slide2.xml" Id="R7f5d6a0310174268" /><Relationship Type="http://schemas.openxmlformats.org/officeDocument/2006/relationships/slide" Target="/ppt/slides/slide3.xml" Id="R550b6f8fbab04084" /><Relationship Type="http://schemas.openxmlformats.org/officeDocument/2006/relationships/slide" Target="/ppt/slides/slide4.xml" Id="Rd6d9923abb1d46aa" /><Relationship Type="http://schemas.openxmlformats.org/officeDocument/2006/relationships/slide" Target="/ppt/slides/slide5.xml" Id="Rb158a735091b4230" /><Relationship Type="http://schemas.openxmlformats.org/officeDocument/2006/relationships/slide" Target="/ppt/slides/slide6.xml" Id="R37d23fa944f84939" /><Relationship Type="http://schemas.openxmlformats.org/officeDocument/2006/relationships/slide" Target="/ppt/slides/slide7.xml" Id="Rb80a6cd445ef4e22" /><Relationship Type="http://schemas.openxmlformats.org/officeDocument/2006/relationships/slide" Target="/ppt/slides/slide8.xml" Id="Rf3d1cad32a994408" /><Relationship Type="http://schemas.openxmlformats.org/officeDocument/2006/relationships/slide" Target="/ppt/slides/slide9.xml" Id="Re2853e15b20c41bf" /><Relationship Type="http://schemas.openxmlformats.org/officeDocument/2006/relationships/slide" Target="/ppt/slides/slide10.xml" Id="R10b1df8753474d80" /><Relationship Type="http://schemas.openxmlformats.org/officeDocument/2006/relationships/slide" Target="/ppt/slides/slide11.xml" Id="Ree69dec043904439" /><Relationship Type="http://schemas.openxmlformats.org/officeDocument/2006/relationships/slide" Target="/ppt/slides/slide12.xml" Id="Ra15890faee334510" /><Relationship Type="http://schemas.openxmlformats.org/officeDocument/2006/relationships/slide" Target="/ppt/slides/slide13.xml" Id="Rb66bc27207d249c6" /><Relationship Type="http://schemas.openxmlformats.org/officeDocument/2006/relationships/slide" Target="/ppt/slides/slide14.xml" Id="R5a6b486f6cd945a1" /><Relationship Type="http://schemas.openxmlformats.org/officeDocument/2006/relationships/slide" Target="/ppt/slides/slide15.xml" Id="Rb411a20d8f064d09" /><Relationship Type="http://schemas.openxmlformats.org/officeDocument/2006/relationships/slide" Target="/ppt/slides/slide16.xml" Id="R03338deab7fe47de" /><Relationship Type="http://schemas.openxmlformats.org/officeDocument/2006/relationships/slide" Target="/ppt/slides/slide17.xml" Id="R738ee446b08d4383" /><Relationship Type="http://schemas.openxmlformats.org/officeDocument/2006/relationships/slide" Target="/ppt/slides/slide18.xml" Id="R0d6915e18ec74acc" /><Relationship Type="http://schemas.openxmlformats.org/officeDocument/2006/relationships/slide" Target="/ppt/slides/slide19.xml" Id="Rb031247cadca4200" /><Relationship Type="http://schemas.openxmlformats.org/officeDocument/2006/relationships/slide" Target="/ppt/slides/slide20.xml" Id="R6599b7cf7b7143b5" /><Relationship Type="http://schemas.openxmlformats.org/officeDocument/2006/relationships/slide" Target="/ppt/slides/slide21.xml" Id="R9029f8c34ec64a59" /><Relationship Type="http://schemas.openxmlformats.org/officeDocument/2006/relationships/slide" Target="/ppt/slides/slide22.xml" Id="R7bd2661d7d8843f1" /><Relationship Type="http://schemas.openxmlformats.org/officeDocument/2006/relationships/slide" Target="/ppt/slides/slide23.xml" Id="R721a08283bc0469c" /><Relationship Type="http://schemas.openxmlformats.org/officeDocument/2006/relationships/slide" Target="/ppt/slides/slide24.xml" Id="Ra92ec6726d0e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85125483d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92171cc3b4f07" /><Relationship Type="http://schemas.openxmlformats.org/officeDocument/2006/relationships/notesMaster" Target="/ppt/notesMasters/notesMaster1.xml" Id="Rf0d9212c113141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411c0a6af74423" /><Relationship Type="http://schemas.openxmlformats.org/officeDocument/2006/relationships/notesMaster" Target="/ppt/notesMasters/notesMaster1.xml" Id="Rc216e248f129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7997c045dc4fcc" /><Relationship Type="http://schemas.openxmlformats.org/officeDocument/2006/relationships/notesMaster" Target="/ppt/notesMasters/notesMaster1.xml" Id="Rd2a75537bf6840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a1b16da39460b" /><Relationship Type="http://schemas.openxmlformats.org/officeDocument/2006/relationships/notesMaster" Target="/ppt/notesMasters/notesMaster1.xml" Id="R4c5181f4d35b43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4a96f00bd4bab" /><Relationship Type="http://schemas.openxmlformats.org/officeDocument/2006/relationships/notesMaster" Target="/ppt/notesMasters/notesMaster1.xml" Id="R00473252f3b64c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88556e7061488e" /><Relationship Type="http://schemas.openxmlformats.org/officeDocument/2006/relationships/notesMaster" Target="/ppt/notesMasters/notesMaster1.xml" Id="R7f4891793b5344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da1c5bd9fe455e" /><Relationship Type="http://schemas.openxmlformats.org/officeDocument/2006/relationships/notesMaster" Target="/ppt/notesMasters/notesMaster1.xml" Id="Rdd18edd24efd46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a9c5a2c81744aa" /><Relationship Type="http://schemas.openxmlformats.org/officeDocument/2006/relationships/notesMaster" Target="/ppt/notesMasters/notesMaster1.xml" Id="R3dec3b3895cb43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4685d7dc9547df" /><Relationship Type="http://schemas.openxmlformats.org/officeDocument/2006/relationships/notesMaster" Target="/ppt/notesMasters/notesMaster1.xml" Id="R2ffea1cc363849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e88f79a0d94c0b" /><Relationship Type="http://schemas.openxmlformats.org/officeDocument/2006/relationships/notesMaster" Target="/ppt/notesMasters/notesMaster1.xml" Id="R4f304474e6b84c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417cfce98944c2" /><Relationship Type="http://schemas.openxmlformats.org/officeDocument/2006/relationships/notesMaster" Target="/ppt/notesMasters/notesMaster1.xml" Id="Rf1884c8227bb48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e2b46331ca45ea" /><Relationship Type="http://schemas.openxmlformats.org/officeDocument/2006/relationships/notesMaster" Target="/ppt/notesMasters/notesMaster1.xml" Id="R86e9a520c78545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c8a1dd07a34813" /><Relationship Type="http://schemas.openxmlformats.org/officeDocument/2006/relationships/notesMaster" Target="/ppt/notesMasters/notesMaster1.xml" Id="R0fee5a31622f44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de8288c339485e" /><Relationship Type="http://schemas.openxmlformats.org/officeDocument/2006/relationships/notesMaster" Target="/ppt/notesMasters/notesMaster1.xml" Id="R8c38ae42e1504c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e4e7b885c3447f" /><Relationship Type="http://schemas.openxmlformats.org/officeDocument/2006/relationships/notesMaster" Target="/ppt/notesMasters/notesMaster1.xml" Id="Rf9e737602e0641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a32f27b4f64b8c" /><Relationship Type="http://schemas.openxmlformats.org/officeDocument/2006/relationships/notesMaster" Target="/ppt/notesMasters/notesMaster1.xml" Id="R67726ddc448b46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476fd7b598407c" /><Relationship Type="http://schemas.openxmlformats.org/officeDocument/2006/relationships/notesMaster" Target="/ppt/notesMasters/notesMaster1.xml" Id="R6f17bb6f372d45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b6aeaf231f4738" /><Relationship Type="http://schemas.openxmlformats.org/officeDocument/2006/relationships/notesMaster" Target="/ppt/notesMasters/notesMaster1.xml" Id="R46e4d314e72541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0e9d5ff9d54a65" /><Relationship Type="http://schemas.openxmlformats.org/officeDocument/2006/relationships/notesMaster" Target="/ppt/notesMasters/notesMaster1.xml" Id="R1cc6e0f198794f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9a979c2a614dd9" /><Relationship Type="http://schemas.openxmlformats.org/officeDocument/2006/relationships/notesMaster" Target="/ppt/notesMasters/notesMaster1.xml" Id="R3e892dd5c8a84d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f2c1253f2648ed" /><Relationship Type="http://schemas.openxmlformats.org/officeDocument/2006/relationships/notesMaster" Target="/ppt/notesMasters/notesMaster1.xml" Id="R8856c17c56e64e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9528d3864945d1" /><Relationship Type="http://schemas.openxmlformats.org/officeDocument/2006/relationships/notesMaster" Target="/ppt/notesMasters/notesMaster1.xml" Id="R49453ffdfa0547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ebd0e4eece4d16" /><Relationship Type="http://schemas.openxmlformats.org/officeDocument/2006/relationships/notesMaster" Target="/ppt/notesMasters/notesMaster1.xml" Id="Rb8624064839446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5b69055ee04aac" /><Relationship Type="http://schemas.openxmlformats.org/officeDocument/2006/relationships/notesMaster" Target="/ppt/notesMasters/notesMaster1.xml" Id="R0de143578a81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内容对齐采用动态规划编辑距离，中文按字、英文按词。S/D/I/N分别为替换/删除/插入/参考单位数。声纹漂移比较当前音频与角色参考，不同于选角阶段跨声音探针比较。接缝使用端点跳变、RMS差、频谱距离、语音端点、两侧静音、计划停顿和是否同一说话人共9维特征。可选多标签逻辑模型接口已实现，但本页不声称已得到真实数据泛化收益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317ca772f4e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7045e3f4e4b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91a8c3f414e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fd8f5b8dd46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ba6eeda974c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1184ab6ff4e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859f5c8887450d" /><Relationship Type="http://schemas.openxmlformats.org/officeDocument/2006/relationships/slideLayout" Target="/ppt/slideLayouts/slideLayout1.xml" Id="Rf3de89cd946e4826" /><Relationship Type="http://schemas.openxmlformats.org/officeDocument/2006/relationships/slideLayout" Target="/ppt/slideLayouts/slideLayout2.xml" Id="Rb7cf2a07ade64aeb" /><Relationship Type="http://schemas.openxmlformats.org/officeDocument/2006/relationships/slideLayout" Target="/ppt/slideLayouts/slideLayout3.xml" Id="R9ee9f1d4fdce403f" /><Relationship Type="http://schemas.openxmlformats.org/officeDocument/2006/relationships/slideLayout" Target="/ppt/slideLayouts/slideLayout4.xml" Id="Rf15a166c4c494b31" /><Relationship Type="http://schemas.openxmlformats.org/officeDocument/2006/relationships/slideLayout" Target="/ppt/slideLayouts/slideLayout5.xml" Id="Rd10b9b3dbe7644d4" /><Relationship Type="http://schemas.openxmlformats.org/officeDocument/2006/relationships/slideLayout" Target="/ppt/slideLayouts/slideLayout6.xml" Id="Rd66eda70239643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e89cd946e4826"/>
    <p:sldLayoutId xmlns:r="http://schemas.openxmlformats.org/officeDocument/2006/relationships" id="2147483650" r:id="Rb7cf2a07ade64aeb"/>
    <p:sldLayoutId xmlns:r="http://schemas.openxmlformats.org/officeDocument/2006/relationships" id="2147483651" r:id="R9ee9f1d4fdce403f"/>
    <p:sldLayoutId xmlns:r="http://schemas.openxmlformats.org/officeDocument/2006/relationships" id="2147483652" r:id="Rf15a166c4c494b31"/>
    <p:sldLayoutId xmlns:r="http://schemas.openxmlformats.org/officeDocument/2006/relationships" id="2147483653" r:id="Rd10b9b3dbe7644d4"/>
    <p:sldLayoutId xmlns:r="http://schemas.openxmlformats.org/officeDocument/2006/relationships" id="2147483654" r:id="Rd66eda70239643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58bd0e8114521" /><Relationship Type="http://schemas.openxmlformats.org/officeDocument/2006/relationships/notesSlide" Target="/ppt/notesSlides/notesSlide1.xml" Id="R6e82176146f644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5f7ac9be94b42" /><Relationship Type="http://schemas.openxmlformats.org/officeDocument/2006/relationships/image" Target="/ppt/media/image.jpeg" Id="Rafde062696614d4e" /><Relationship Type="http://schemas.openxmlformats.org/officeDocument/2006/relationships/notesSlide" Target="/ppt/notesSlides/notesSlide2.xml" Id="Rb7e116e4d9f64a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229e4463244ee" /><Relationship Type="http://schemas.openxmlformats.org/officeDocument/2006/relationships/notesSlide" Target="/ppt/notesSlides/notesSlide3.xml" Id="R8e42cec8c09142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691f3f29443bf" /><Relationship Type="http://schemas.openxmlformats.org/officeDocument/2006/relationships/notesSlide" Target="/ppt/notesSlides/notesSlide4.xml" Id="Rb466c8b4f56046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30964709d4bdd" /><Relationship Type="http://schemas.openxmlformats.org/officeDocument/2006/relationships/notesSlide" Target="/ppt/notesSlides/notesSlide5.xml" Id="Rcd7ac7c9c5fb4c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c2f10716e4280" /><Relationship Type="http://schemas.openxmlformats.org/officeDocument/2006/relationships/notesSlide" Target="/ppt/notesSlides/notesSlide6.xml" Id="R23917e0a411443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bf2a24bf94c9b" /><Relationship Type="http://schemas.openxmlformats.org/officeDocument/2006/relationships/notesSlide" Target="/ppt/notesSlides/notesSlide7.xml" Id="R0248cd31b6dd42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858f1b66c4b61" /><Relationship Type="http://schemas.openxmlformats.org/officeDocument/2006/relationships/notesSlide" Target="/ppt/notesSlides/notesSlide8.xml" Id="R778ecd6cec7746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b27d207a74b27" /><Relationship Type="http://schemas.openxmlformats.org/officeDocument/2006/relationships/notesSlide" Target="/ppt/notesSlides/notesSlide9.xml" Id="R8b60f8a13dee43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c9f9ad9aa4049" /><Relationship Type="http://schemas.openxmlformats.org/officeDocument/2006/relationships/notesSlide" Target="/ppt/notesSlides/notesSlide10.xml" Id="R82b11a47a72b43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df48adfcd401b" /><Relationship Type="http://schemas.openxmlformats.org/officeDocument/2006/relationships/notesSlide" Target="/ppt/notesSlides/notesSlide11.xml" Id="Rbdeb6c01b2464d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c6786796f4525" /><Relationship Type="http://schemas.openxmlformats.org/officeDocument/2006/relationships/notesSlide" Target="/ppt/notesSlides/notesSlide12.xml" Id="R9f8f2a959adf4f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4b510fc0448ce" /><Relationship Type="http://schemas.openxmlformats.org/officeDocument/2006/relationships/notesSlide" Target="/ppt/notesSlides/notesSlide13.xml" Id="Rb1b5c54b07a24d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b8be4faea4acf" /><Relationship Type="http://schemas.openxmlformats.org/officeDocument/2006/relationships/notesSlide" Target="/ppt/notesSlides/notesSlide14.xml" Id="R98f88b32a82540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d515486ce4b1c" /><Relationship Type="http://schemas.openxmlformats.org/officeDocument/2006/relationships/notesSlide" Target="/ppt/notesSlides/notesSlide15.xml" Id="R626fa440e3ee4b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8281925964c2c" /><Relationship Type="http://schemas.openxmlformats.org/officeDocument/2006/relationships/notesSlide" Target="/ppt/notesSlides/notesSlide16.xml" Id="R14d832d249cc4c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f4b28fcaf4fe6" /><Relationship Type="http://schemas.openxmlformats.org/officeDocument/2006/relationships/notesSlide" Target="/ppt/notesSlides/notesSlide17.xml" Id="R7543a49499b845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dad11b7ad4d27" /><Relationship Type="http://schemas.openxmlformats.org/officeDocument/2006/relationships/notesSlide" Target="/ppt/notesSlides/notesSlide18.xml" Id="Rcc170197e62f4c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1a831945054d26" /><Relationship Type="http://schemas.openxmlformats.org/officeDocument/2006/relationships/notesSlide" Target="/ppt/notesSlides/notesSlide19.xml" Id="R61d92dcb373b49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ec897a9b74797" /><Relationship Type="http://schemas.openxmlformats.org/officeDocument/2006/relationships/notesSlide" Target="/ppt/notesSlides/notesSlide20.xml" Id="Rc08f03875e394e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9b63f9b2448a2" /><Relationship Type="http://schemas.openxmlformats.org/officeDocument/2006/relationships/notesSlide" Target="/ppt/notesSlides/notesSlide21.xml" Id="R39a8cf705ff14d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c306cdca746a2" /><Relationship Type="http://schemas.openxmlformats.org/officeDocument/2006/relationships/notesSlide" Target="/ppt/notesSlides/notesSlide22.xml" Id="R7a8de2acb42141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28cefd8bf4526" /><Relationship Type="http://schemas.openxmlformats.org/officeDocument/2006/relationships/notesSlide" Target="/ppt/notesSlides/notesSlide23.xml" Id="R5aa022f712b04f0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6a4ee976b452c" /><Relationship Type="http://schemas.openxmlformats.org/officeDocument/2006/relationships/notesSlide" Target="/ppt/notesSlides/notesSlide24.xml" Id="R48c72814fb2047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002E2-C8E2-40CF-AA6B-C4D0D3A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多角色有声书生成与质量控制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22FAD-1A9C-4AF6-8D27-6344322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BB423-5E05-46F3-BA1C-7981F17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项目进展与创新实现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FC4D1-A565-4C88-B7AA-C358180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原文可追溯的角色编排</a:t>
            </a:r>
          </a:p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面向黑盒 TTS 的资源受限修复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D9FA3-0D84-409B-9B87-8F8BA9F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阶段汇报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6ED0-1AC5-4DA8-817B-6BA5645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项目目标与产品形态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F2083-9FC4-45E0-9431-461DF91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16E4-6CFC-43EA-B90E-1D43A56B2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e062696614d4e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7384-F957-49DC-8D15-61119D8C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面向长篇阅读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9C03B-9F75-41A2-9CFB-59C9477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电子书解析、章节选择、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旁白与人物分声。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D85A6-0251-433C-B499-A7BE6A1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62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面向制作返工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A4E3B-84E4-46C5-B12E-A86BE6C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定位问题片段，保留原件，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减少整章重复生成。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062B5-3D7E-4303-AAF7-19052D7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左图为 10 月 12 日既有界面实拍，新增工作流采用后续流程图说明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F83B-4CCD-40C4-82B3-4D20BAE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目前已经实现的能力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47067-9FEA-439E-99B3-327B163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76C4B-AF81-4606-8C27-CB34CF41FDD5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143500"/>
                <a:gridCol w="392430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已实现能力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书籍与剧本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章节解析、人物与别名、原文区间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中英文文本，人工可纠正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声音编排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内置声音、固定描述、参考音克隆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角色参数与声音锁定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音频生产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持久缓存、PCM 组装、编码复检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统一核心仅接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质量闭环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四维筛查、局部修复、报告与试听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规则策略及局部案例验证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网页工作流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章节选择、确认保护、资源库下载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后台链路已核验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7248B-AB43-4674-90B3-51DAE9C9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原有转换器支持多引擎；新统一核心与混合声音工作流本轮聚焦 MiMo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4DDE1-242C-4932-A1D6-721D9980F752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743575" y="4305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89F69-01F4-4609-A926-2684AFF50099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639175" y="4305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4F374-BEE5-4126-9339-9E92A64C6F1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415588" y="27527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6EA1A-2BC5-453E-A9EC-29A06AE70A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3FF57-0ACB-4DDF-A9E7-A898E99CF43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65E00-803F-43B4-8CD7-64CF88A206F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499FD-A9CD-4761-8B43-6712224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统一生成流程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95CF2-2FCB-4C8F-B7C1-F9FBBB8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E69EE-6478-4EF9-A034-F366CDD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书籍原文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章节与来源区间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ECCE-5592-4CE4-95F9-35999B4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角色剧本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归属与声音配置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81E77-4AE7-4EB0-AAE1-0559EC2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朗读计划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规范化与分块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F3C0A-6273-4C76-A5B1-C02F917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合成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请求与原始样本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5E9C8-AB81-4355-9434-2D3D62F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质量检查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块、接缝、角色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F6611-93C6-44DF-AF21-73FE707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受限修复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候选比较与复检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51D2-ED62-4345-85E4-CA2C3A0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章节输出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音频与质量报告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D63AA-1C47-45F5-9589-2723438F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原文映射、音频指纹和请求账本贯穿执行过程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386A-96C2-4FF9-9590-D362B86F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普通旁白与角色朗读复用同一核心，质量状态与文件生成状态分别记录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5D71B-3A65-4BD9-885C-5A8FEDA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创新点与实现层次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825CE-F5B6-416A-875E-79BDF6C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CC8C5-0E68-4E87-A899-008BCAC0FCF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候选创新方向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具体解决的问题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实现基础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原文约束的角色编排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剧本改写、身份混淆、视角换章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来源区间、实体与叙述证据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资源受限的音频修复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重复、长停顿与无控制的返工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分层质检、请求账本、候选选择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面向辨识的混合选角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有限声音资源与相似角色混淆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共同探针、互动图、声音卡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FBDBB-49AC-4E8C-BB09-EDF359F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共用基础：朗读规范化、跨块连续性、质量评估与证据记录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48B2F-EFEC-4562-BE26-F3B353E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这些是可研究的方法方向；新颖性和效果仍需相关工作对照与独立实验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852BE-5F5A-49E4-BC4E-17D3DB5663A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986713" y="2809875"/>
            <a:ext cx="881063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3DAD7-BDC7-4BF9-BF1B-BDEFDBAFB3B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48375" y="2362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2A41D-8BAA-4073-AA58-41CCC2FA23D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43225" y="2362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811AE-25E9-412E-B39B-2811395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创新一：原文约束与叙述声音身份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C79E-32B0-4BD4-ADD1-2892E90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A30B4-6C2F-4C3D-A96B-78BD0E67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本章原文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稳定人物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266E1-65C0-4C83-8B78-C8E53A9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模型提出归属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叙述或对白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12F02-B635-4A7B-9B65-CDB3F6D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本地校验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逐字覆盖与引文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6AC30-D5FB-40B8-B290-801F21E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人物自述与本人对白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共用声音档案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AC153-E6C4-4FC7-A603-C7F91B3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50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证据不足时保留默认旁白并提示复核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B8EA6-38BD-4D1A-B6C3-39ADCF2C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每章独立判断叙述视角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不把上一章的叙述者直接沿用到下一章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C3B5-F03A-447C-989B-8E33A7F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Flipped 两章已做真实文字诊断性复核；不能据此报告自动归属准确率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D39D3-A6E4-45A8-8AD3-6797F63CD1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2420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926F1-91A0-4E9D-A003-B441DE5A6A5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2420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98901-0000-41B4-9E50-8936FEC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技术原理：原文区间与身份约束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44BEA-8B35-4363-9BB0-D1A08C1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51428-18AA-4446-8005-18462E9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分段文本 = S[start:end]     相邻分段 end = 下一段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E1A31-3342-4316-9A4F-D4E4E0AA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模型输出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文本区间与人物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CB00-ADF6-4F48-9DFC-55A2F491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本地校验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完整覆盖与引文匹配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01272-F733-426B-BF92-8B22F03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声音解析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 ID 绑定档案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A9D47-5CA6-4FCB-8E33-73555C0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叙述身份与声音配置分开保存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0CCA2-E848-4FCE-9838-AAB8D7B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每章单独记录叙述者及原文证据。确认人物自述后，让叙述与该人物对白复用同一声音档案。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5BBB3-3498-43AB-9CE6-8EF5733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区间覆盖可发现增删或错位；说话人语义仍需证据与人工复核</a:t>
            </a:r>
          </a:p>
        </p:txBody>
      </p:sp>
    </p:spTree>
    <p:extLst>
      <p:ext uri="{BB962C8B-B14F-4D97-AF65-F5344CB8AC3E}">
        <p14:creationId xmlns:p14="http://schemas.microsoft.com/office/powerpoint/2010/main" val="1890882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DB561-1E1C-4C01-8DAD-CFFBCB8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朗读规范化与内容比较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189DA-A7ED-4FE6-BF01-19AE7BA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76C56-B08B-4655-92D0-EA16D6AA5B9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286250"/>
                <a:gridCol w="46863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实现原则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书籍原文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原文与来源位置保持不变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合成读法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增长百分之三点五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明确规则或用户词典，记录转换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内容核验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有限等价比较，英文保留词界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歧义内容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编号、独立年份、专名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保留复核，避免擅自改写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059F3-7DE5-446F-98AE-6C3850B9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中文按字计算 CER，英文按词计算 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D48E8-20E7-48E6-A0BB-96D86BC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ASR 同字转写不能证明多音字读音正确；读法词典也不能代替实际试听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91C80-49AC-4BAD-8384-B5EBC323F3D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619625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013DE-6C83-44E9-B35C-AC62680964D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76500" y="26670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D702A-7D06-4052-BDB2-77B31CFD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创新二：角色互动图与混合选角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A5F0-5842-4580-BD60-BCB53D3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13924-9C51-4E92-8524-953BC42D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AF081-9D4E-44EC-B168-2DC24B4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6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9E6AE-E28A-4E06-93C2-01AE068F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00FF2-3375-4EB0-8B38-157570D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192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频繁对话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5C2A8-2B86-4A88-BBBA-E10F588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29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互动频次形成边权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F5CD6-40CC-4786-9273-735EF35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声音分配目标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D336-827B-4F1E-888B-C073E78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431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优先拉开频繁互动角色的声音差异。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6F17D-3503-4041-BABF-C958639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约束与资源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2D88F-DC10-4C65-BBFE-DFC4141C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保留人工锁定，结合适配评分；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内置声音不足时使用固定声音卡。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75CFD-8267-4FDA-9542-2F146DD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求解方法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4B3B4-DA43-4688-ACAC-8148D50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小规模精确枚举，超限搜索回退。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9ED08-2C24-4725-83A9-695D011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图为方法示意，边权未填入实验数值；声纹距离只是听众混淆风险的代理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8234E-549C-4673-BAF3-C95C26A6A5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1431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DE5CB-2877-4A1C-A1DF-6E73CB76B9C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1431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0E01D-3A86-403E-A922-72AA706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技术原理：共同探针与声音距离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FD9A-251F-4D5B-BD5B-9F84B59C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7D339-A987-4D96-A17A-8D158C13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相同探针文本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每种声音都朗读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06CF6-6B93-4ACD-978A-3616FEBD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049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核验探针音频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提取声纹向量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D7FDB-1278-44F2-AB4B-47BC848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049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逐文本比较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再汇总跨文本距离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A259C-6774-4338-8AAB-E5F88FB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单条探针：dₖ = 1 − cos(eᵤₖ, eᵥₖ)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63EDC-514C-407A-A021-395D8B9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声音距离：d(u,v) = max(0, mean(dₖ) − 0.25 × std(dₖ))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AE666-0D16-4374-B656-9FFA28C4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相同文本减少语言内容差异的干扰。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跨文本距离波动越大，扣减越多，优先保留稳定的声音区分。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A4D77-DA2E-4080-9BFA-90F16D68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至少两条共同探针且 verified=true；声纹距离属于混淆风险代理，需听众实验验证</a:t>
            </a:r>
          </a:p>
        </p:txBody>
      </p:sp>
    </p:spTree>
    <p:extLst>
      <p:ext uri="{BB962C8B-B14F-4D97-AF65-F5344CB8AC3E}">
        <p14:creationId xmlns:p14="http://schemas.microsoft.com/office/powerpoint/2010/main" val="1252515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278D2-B636-4226-A766-68C4D9B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技术原理：互动图选角的目标函数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70726-654B-450B-82DD-4DB5CC35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B78CB-4B83-4D25-8FF3-EAF73258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最小化 J(f) = Σ wᵢⱼ × exp(−d(f(i),f(j)) / 0.25)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E8F31-CDDC-4F23-9D00-BCA56F6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                         + 0.1 × Σ P(i,f(i)) + 0.05 × M(f)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C33E4-77E6-432C-8F95-FE27134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互动权重决定优先级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4A23E-E092-40A7-8925-A659104C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相邻角色轮换累计边权。频繁对话的角色若声音接近，会产生更大的混淆惩罚。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93E80-D0F3-46BE-A78E-BF53E2A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硬约束与搜索范围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92BB1-DE52-46D3-88EB-623873DE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锁定声音必须保留，可启用旁白独占和声音不复用。候选数 ≤4096 时枚举，超限采用贪心及局部交换。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BD45A-9608-4844-BEB5-1D21903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f 为角色到声音的映射，P 为适配惩罚，M 为换声数；最优性只针对当前代理目标</a:t>
            </a:r>
          </a:p>
        </p:txBody>
      </p:sp>
    </p:spTree>
    <p:extLst>
      <p:ext uri="{BB962C8B-B14F-4D97-AF65-F5344CB8AC3E}">
        <p14:creationId xmlns:p14="http://schemas.microsoft.com/office/powerpoint/2010/main" val="20966117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AC6BB-BE2A-4783-A09E-DDC14095CE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29475" y="54673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3BBF-5555-48F9-A667-6935DF03113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14700" y="54673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C50D6-791C-4389-B9F9-C4D328A0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三种声音模式的统一实现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6F3E-1CE2-4D5B-9E90-8CAB573B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FA6F0-7482-496F-96C2-374B9CFAC74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48125"/>
                <a:gridCol w="4924425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路由与稳定性控制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 voice 名称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tts，保留有效角色配置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声音设计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固定描述与表演指令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voicedesign，声音卡 ID 与版本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参考音克隆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 WAV 与 SHA256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voiceclone，核对实际参考字节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37AD-C5A6-42C8-8A76-E2E7A27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EE66-C985-4863-A829-E4BB478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统一请求解析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8A55B-1727-43F0-A4AD-7E284EC7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模型与缓存条件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4FC27-DC93-450D-9AB7-D8DD5FD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生成条件参考与质量比对参考分开管理；更换声音版本后不能沿用旧验收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7FD4D-4DD0-47FC-99DC-7CD02F1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质量评估覆盖四个维度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CF32B-9C63-47FF-90EC-1C88E23A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C8AAD-1DE7-40B6-AF52-2F0AD818935D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286250"/>
                <a:gridCol w="487680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需要保留的判断边界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SenseVoice 转写与编辑对齐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ASR 差异属于疑点，可能误报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端点、能量、频谱和实际停顿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重点检查已知接缝，规则待校准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一致性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ECAPA 声纹、音高与语速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短音频证据不足，情绪会影响指标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信号与编码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削波、静音、响度、解码复检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PCM 保留不等于听感已经通过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A612-0876-48FB-8B1C-2B6DA19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状态分别记录 passed、failed、incomplete；缺失检查不会自动计为通过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13342-29D0-4305-9711-63DB663BF1F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96100" y="52387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01F9-8636-4AD7-867B-9A84F0DD50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47975" y="52387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93AAC-6122-4DD1-BDD6-5D3D1E85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技术原理：异常指标与接缝上下文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CEBD-17FC-4642-91CD-2B91DCF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F1E68-5633-49FA-B76D-CCC13E0B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内容缺陷定位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387E4-863F-42DA-BCED-43D4754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CER / WER = (S + D + I) / N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转写后对齐到参考文本，分别定位替换、漏读和多读。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B1236-048A-488B-BAAC-C07F3EDF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声音一致性筛查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A58EA-4E71-4230-817A-22249727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声纹漂移 = 1 − cos(e当前, e参考)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结合音高偏移与语速变化提示复核，短音频证据不足时保留未完成状态。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72581-B821-4A22-BF66-7D36848B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左块尾部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66FCD-BA53-4892-A6D8-A2FA0546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57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已知接缝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维声学特征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17F51-A7FA-48F3-A1CF-3F17F097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577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右块开头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B612A-6D9E-40C9-9723-E19458A7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S/D/I 为替换/删除/插入，N 为参考字词数；ASR 与启发式阈值仅提供疑点证据</a:t>
            </a:r>
          </a:p>
        </p:txBody>
      </p:sp>
    </p:spTree>
    <p:extLst>
      <p:ext uri="{BB962C8B-B14F-4D97-AF65-F5344CB8AC3E}">
        <p14:creationId xmlns:p14="http://schemas.microsoft.com/office/powerpoint/2010/main" val="20910534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1E891-3D67-409A-AFEC-6AC6C79337F8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981700" y="42386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8E532-58BC-424E-9D1D-7AC384FE3C6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820025" y="2762250"/>
            <a:ext cx="571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FB8CD-906A-4042-A366-21FE1AD55D5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57875" y="23812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D7974-370A-44E8-8240-734022B1693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00350" y="23812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8F3D-3022-4D20-9F67-66F17FE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创新三：资源受限的局部修复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285FA-8A6E-4358-8411-AA6A9D4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41961-DAF9-487F-90A9-3A494FC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发现疑似问题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4D7A-022B-492B-8EDF-8EC4644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选择本地处理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或追加合成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4732-08EE-415F-95A1-8E13C3A5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检查并预留额度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9861-05EB-4612-8792-8F3BD96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生成候选并复检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本块与相邻接缝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DFA8C-8EAA-4A89-A12B-E92D9AD9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改善且无退化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才采用候选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141B4-75AA-43C8-8CC1-C602DAF0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限制请求次数、修复次数、追加字符数和运行时间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9365A-36C5-459A-BA4F-D7408E5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当前为规则驱动策略，不计算实际金额；失败与进行中请求同样占用额度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EBA81-2B9B-4627-95CF-447B2D748A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432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796A3-AD9B-48CF-9C5D-9E1BFBF3022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432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58ED-FAD9-41D8-80AC-D9CAEBB0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技术原理：请求账本与资源预留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36FF5-9174-40D4-AFB2-418FBFE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FFEC-CCFE-4CDD-A071-0A6A5ECD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资源状态 B =（总请求数，修复请求数，修复字符数，已用时间）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C7AD2-B440-4053-BA94-00475D15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动作提议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本地处理或追加合成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F4CB1-681A-48D4-8E5B-7546974F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SQLite 事务内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检查额度并登记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312C5-B4EE-437F-879F-16EA3BD5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调用黑盒 TTS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回填成功或失败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B18C7-3E54-419D-A13B-8872649F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预留机制防止重复重试绕过限制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20CA0-66D0-4F56-B73A-2F38588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请求发出前先记账，失败和未完成请求同样占用次数。追加合成还受修复字符额度与单块重试上限约束。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66E1E-CA3E-401D-9635-BC96E730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本地动作另有限次控制；时间在执行前检查，资源统计尚未折算为实际金额</a:t>
            </a:r>
          </a:p>
        </p:txBody>
      </p:sp>
    </p:spTree>
    <p:extLst>
      <p:ext uri="{BB962C8B-B14F-4D97-AF65-F5344CB8AC3E}">
        <p14:creationId xmlns:p14="http://schemas.microsoft.com/office/powerpoint/2010/main" val="12450121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EF19D-24FB-4E4C-AB84-F69E4486671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383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F1746-25E4-40A4-8EBB-874D8EED411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383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67D2D-7E41-4FE4-AAA1-0E9C6929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技术原理：候选比较与无退化约束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A890F-9E0E-4183-B535-297A617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6BBC8-6FF6-4FE4-935D-7D1FDC4B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左邻块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C6914-CF5A-4066-BA2E-10DBB885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修复候选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343B7-9C99-43DE-8F78-FF52B9A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573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右邻块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E7714-E942-4656-9AB5-B4708024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第一步：本块与两侧接缝共同复检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17C2E-155F-4076-BD86-9A8BD56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不增加已确认严重错误，保住原已通过维度，内容对齐误差不升高。重分块还要检查新产生的内部接缝。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57FFC-BE14-41B1-98E5-F237181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第二步：按优先级严格比较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CF3AD-3056-4FBA-AD4D-8288B3A9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累计报告按严重错误、接缝、一致性、内容、信号及误差排序。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只有无退化且排序改善才替换，否则保留原件与候选记录。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4882A-AB0F-4CF1-B354-A5C565A3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检查保证依赖当前检测覆盖范围；机器规则改善仍需局部试听及最终人工验收</a:t>
            </a:r>
          </a:p>
        </p:txBody>
      </p:sp>
    </p:spTree>
    <p:extLst>
      <p:ext uri="{BB962C8B-B14F-4D97-AF65-F5344CB8AC3E}">
        <p14:creationId xmlns:p14="http://schemas.microsoft.com/office/powerpoint/2010/main" val="26522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327D2-8692-47AC-8B51-4833588ABD6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176838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97B89-5937-4793-A1CD-FD84EDC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尾部重复的检测与安全裁切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D509F-8E1B-4DBF-A645-1214679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D818E-8D70-499E-8283-C632C6AB19B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686425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证据检查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满足条件后的处理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完整转写显示正文后附加重复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寻找有限数量的低能量停顿切点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切点前正文完整，切点后仅重复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分别转写前后片段，保留比对证据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切点两侧各有 100 ms 保护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仅导出保留完整正文的 PCM 前缀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B5C4-9A0A-427D-95A2-0FC5D36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4572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完整正文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6B0EE-07A3-4F1E-85E6-09CF9CF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00600"/>
            <a:ext cx="3333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52C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重复尾段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79E54-2EF6-4A31-9DCF-B672E68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48175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安全切点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26CEF-4B2B-4265-8601-21FE5C8F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 review；严格条件加显式 auto 才可自动采用，短词或 ASR 歧义继续人工判断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3F0C6-078F-4169-A0CA-AE8450F1C4F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334250" y="43529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F9DC1-F765-4A67-9A8E-0152BCC739D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44150" y="26860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8ADD9-C4DC-4926-9C96-D0429C220A4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22574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0C07A-91F0-4865-9914-53D79832B77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86100" y="22574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CB35E-F3AC-4D77-97A4-B8082C30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可追溯音频产物与安全组装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A70F9-68BD-4DF0-8B70-28859E85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3E8DE-6DF4-43F1-960A-377D7B1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实际请求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模型、文本、声音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C841-5CE6-40B1-B1A0-CE705F4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原始音频缓存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内容指纹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F45F1-EDBA-4863-98E9-EC06EB3C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本地渲染产物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操作与参数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E2182-DC46-40D2-BE22-F6EBE40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PCM 顺序组装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实际样本时间表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40AE-9AC2-4354-B89A-C1DC3778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最终编码复检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音频与报告绑定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3AEA4-5957-4586-821C-0F4DAB0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每次重采样形成独立样本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本地变速复用原始音频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候选、原件和人工裁决分别保存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AA619-7532-4F24-945C-B5683A5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样本数、顺序与 SHA256 保证证据对应；同参数缓存复用不冒充新的独立生成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9176E-F003-4D29-AC37-5EE4A45B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真实案例：《Flipped》首章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4F79-9534-4E77-AA37-0C43002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620BB-21E6-4741-8D5A-5CE6C8D9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0CD2A-5E4A-4BED-9D77-A0DB188D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BBED-3765-425E-85B8-BEE6ED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4CAF2-53BD-4EE5-A510-32861EE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2B500-4D17-428B-B7ED-2E29DBE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16E13-7BF1-4F5C-82CD-3001D886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朗读块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C1E96-63C9-4B85-B66B-27FDB1E7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C1DA5-7152-4CC1-B20F-1715B1D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接缝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D98A2-A699-46B6-A105-96D9C1B191D7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773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首次整章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克隆扩展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67 次新请求，Bryce 参考音克隆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局部修订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重复、停顿与发音重启处理，最新候选约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F92D9-99DD-4C63-A6D1-588DFB5E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不同声音版本的时长不能直接比较质量；局部接受不代表整章或整书全部验收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ED4D5-4CC5-4943-A63C-57DEC7A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已接受的局部修复案例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7EA46-9989-4EB4-B27A-485B52C7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4A208-5238-46F1-8646-95746B64CAF8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验证与接受范围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读完后重复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保留完整前缀，移除异常尾段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保留语音 PCM 不变，局部试听接受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多次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前后分段核验，局部试听接受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停顿过长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移除已确认静音中央部分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新上下文约 1 秒，试听接受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发音重启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展开为 Come on!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单次追加合成，发音与接缝接受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C75D1-8DDC-4FD6-B48A-E91AA2BC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已归档 10 个接受案例，全部来自同书同章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ED96-1765-4276-BBCA-35D40C84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回顾案例具有来源依赖，不据此计算无偏成功率或声称跨书籍泛化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57414-7E6F-4D49-8A9C-E4903F08CAF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23361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A208D-A8E1-4D2F-A471-96DA27192D9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23361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B671A-1287-4884-AF75-D5F0296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集中复核与听众辨识材料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6B843-C21D-407F-A555-3ABFD55A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5D6DC-691A-411B-9A46-2CE6D72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条机器提示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2A854-E75A-45EF-A37C-2025C46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2880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48 个定位窗口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EAC3-272C-43FE-B0C6-04822EA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段不重叠路线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FB620-9E9B-4FD0-A082-EC6A6472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保留全部诊断，合并重叠上下文，减少同一音频反复试听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61806-1DFB-4D5A-9C9A-9CDE6F0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复核安排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82FCF-91B4-4584-9156-D3920F3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默认路线累计 973.04 秒；原重叠窗口累计 1629.20 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58C93-F4B2-4A43-BCF7-9B34637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辨识先导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07C16-7DF9-402F-8D42-DF0EE13C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题已导出，九章材料质量预审通过，尚无真实辨识答案。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8763-31A4-4ADD-9618-00C7910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本批互动图与随机分配相同，不能据此报告两者效果差异；播放器浏览器验收待完成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49DA0-6247-4FCB-9FB0-D6D726C3461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72BF4-8E1A-4C5D-AE6A-79043EFA07F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74DB4-FEA1-4615-BF04-4689624280C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3573B-B97F-4A85-856D-3BF52AF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网页工作流的状态与并发保护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1E61-CE7B-4D70-A06B-36C5550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EE62-5459-49A4-B801-D2800E1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按章选择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E324D-EDFC-4B29-B7B6-D3D52BC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拆分中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旧确认立即作废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E944-AE0E-45C8-8DB4-8BDCC11D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核对声音与归属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8C31E-0847-4900-8106-AE0D60F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生成与下载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报告和资源库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2072B-32D3-488B-8749-746B7CF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同一书籍的保存、确认与生成启动共享操作锁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C43D7-4B93-49DC-8E85-EC7250C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10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拆分期间拒绝旧确认启动；远端请求期间不持锁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关闭反馈流不会提前释放仍在工作的线程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后台真实 spawn 与本机 SDK 替身覆盖成功、缓存和失败分支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F1C84-9480-4AB9-BE72-707D390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这是源码与后台链路验证；新增控件的浏览器视觉及真实操作体验仍待验收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E0E6C-8582-433C-A08D-D7E3DD6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当前成果与后续重点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88580-117C-4826-8564-385D29B9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80ECE-8C70-4668-9340-76B6D0062EF3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953000"/>
                <a:gridCol w="4352925"/>
              </a:tblGrid>
              <a:tr h="6591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工程核心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统一管线、角色声音、质检与局部修复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 MiMo 网页上传、确认、生成和下载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真实案例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Flipped 首章、局部接受与声音小试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集中完成冻结版本核验，扩大实际使用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 题先导、标注与边界训练入口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独立来源、阈值校准与听众辨识实验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适配范围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原转换器多引擎，统一核心仅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 TTS／VoxCPM 适配暂缓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04771-3445-4E03-8A49-5B4F44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最新保存回归：674 项，644 通过，30 项环境跳过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5A65-08B5-446D-BBAE-D144BB1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研究实验与新引擎适配当前暂缓；工程测试数量不能替代缺陷检出率或听众收益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2026-10-18T05:51:07.0720000Z</dcterms:created>
  <dcterms:modified xsi:type="dcterms:W3CDTF">2026-10-18T05:51:07.0720000Z</dcterms:modified>
</coreProperties>
</file>