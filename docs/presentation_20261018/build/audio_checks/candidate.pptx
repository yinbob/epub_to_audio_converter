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c8adeec104f9f" /><Relationship Type="http://schemas.openxmlformats.org/officeDocument/2006/relationships/extended-properties" Target="/docProps/app.xml" Id="Rf04f0fd68a2e41fe" /><Relationship Type="http://schemas.openxmlformats.org/officeDocument/2006/relationships/officeDocument" Target="/ppt/presentation.xml" Id="Ra18c76fa5048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f4340e6b04f69"/>
  </p:sldMasterIdLst>
  <p:notesMasterIdLst>
    <p:notesMasterId xmlns:r="http://schemas.openxmlformats.org/officeDocument/2006/relationships" r:id="R732f2571c1a34384"/>
  </p:notesMasterIdLst>
  <p:sldIdLst>
    <p:sldId xmlns:r="http://schemas.openxmlformats.org/officeDocument/2006/relationships" id="256" r:id="R76f262cf9a7e4a36"/>
    <p:sldId xmlns:r="http://schemas.openxmlformats.org/officeDocument/2006/relationships" id="257" r:id="Rb16518a819134666"/>
    <p:sldId xmlns:r="http://schemas.openxmlformats.org/officeDocument/2006/relationships" id="258" r:id="R5e9e13875b87439d"/>
    <p:sldId xmlns:r="http://schemas.openxmlformats.org/officeDocument/2006/relationships" id="259" r:id="Rfcde432bc8564817"/>
    <p:sldId xmlns:r="http://schemas.openxmlformats.org/officeDocument/2006/relationships" id="260" r:id="R21d04c62afab48e2"/>
    <p:sldId xmlns:r="http://schemas.openxmlformats.org/officeDocument/2006/relationships" id="261" r:id="Rd9969bc7b5bf44d7"/>
    <p:sldId xmlns:r="http://schemas.openxmlformats.org/officeDocument/2006/relationships" id="262" r:id="Rd9253d1595c8458c"/>
    <p:sldId xmlns:r="http://schemas.openxmlformats.org/officeDocument/2006/relationships" id="263" r:id="R7b753ece99d64ee1"/>
    <p:sldId xmlns:r="http://schemas.openxmlformats.org/officeDocument/2006/relationships" id="264" r:id="R3324348277be4a62"/>
    <p:sldId xmlns:r="http://schemas.openxmlformats.org/officeDocument/2006/relationships" id="265" r:id="R2f090683c25f4a62"/>
    <p:sldId xmlns:r="http://schemas.openxmlformats.org/officeDocument/2006/relationships" id="266" r:id="R5029ffbfd7744c65"/>
    <p:sldId xmlns:r="http://schemas.openxmlformats.org/officeDocument/2006/relationships" id="267" r:id="R91ee267b40474afe"/>
    <p:sldId xmlns:r="http://schemas.openxmlformats.org/officeDocument/2006/relationships" id="268" r:id="Rca1cf2a2bec6410f"/>
    <p:sldId xmlns:r="http://schemas.openxmlformats.org/officeDocument/2006/relationships" id="269" r:id="Rf56b8a8dfd514d83"/>
    <p:sldId xmlns:r="http://schemas.openxmlformats.org/officeDocument/2006/relationships" id="270" r:id="R31a3dd2a5ec0456c"/>
    <p:sldId xmlns:r="http://schemas.openxmlformats.org/officeDocument/2006/relationships" id="271" r:id="R3672c02ab0bc46a7"/>
    <p:sldId xmlns:r="http://schemas.openxmlformats.org/officeDocument/2006/relationships" id="272" r:id="R80e1614103b34c82"/>
    <p:sldId xmlns:r="http://schemas.openxmlformats.org/officeDocument/2006/relationships" id="273" r:id="Rcf1078593cf04ea0"/>
    <p:sldId xmlns:r="http://schemas.openxmlformats.org/officeDocument/2006/relationships" id="274" r:id="R4a05f3d3c8284501"/>
    <p:sldId xmlns:r="http://schemas.openxmlformats.org/officeDocument/2006/relationships" id="275" r:id="Rddd25feec3004089"/>
    <p:sldId xmlns:r="http://schemas.openxmlformats.org/officeDocument/2006/relationships" id="276" r:id="Rbce963b99a70460d"/>
    <p:sldId xmlns:r="http://schemas.openxmlformats.org/officeDocument/2006/relationships" id="277" r:id="R91f725be50c440f0"/>
    <p:sldId xmlns:r="http://schemas.openxmlformats.org/officeDocument/2006/relationships" id="278" r:id="R06efc7d58dff47ac"/>
    <p:sldId xmlns:r="http://schemas.openxmlformats.org/officeDocument/2006/relationships" id="279" r:id="R5930ae75218c4448"/>
    <p:sldId xmlns:r="http://schemas.openxmlformats.org/officeDocument/2006/relationships" id="280" r:id="R14253b29672a4c90"/>
    <p:sldId xmlns:r="http://schemas.openxmlformats.org/officeDocument/2006/relationships" id="281" r:id="R23c9f715e74b43c3"/>
    <p:sldId xmlns:r="http://schemas.openxmlformats.org/officeDocument/2006/relationships" id="282" r:id="R634b291e2a74448c"/>
    <p:sldId xmlns:r="http://schemas.openxmlformats.org/officeDocument/2006/relationships" id="283" r:id="R70b42a07cde946d3"/>
    <p:sldId xmlns:r="http://schemas.openxmlformats.org/officeDocument/2006/relationships" id="284" r:id="R86458d346d4e4f65"/>
    <p:sldId xmlns:r="http://schemas.openxmlformats.org/officeDocument/2006/relationships" id="285" r:id="Rb534f53ea8524e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5d6192320f44c6" /><Relationship Type="http://schemas.openxmlformats.org/officeDocument/2006/relationships/slideMaster" Target="/ppt/slideMasters/slideMaster1.xml" Id="Rd7cf4340e6b04f69" /><Relationship Type="http://schemas.openxmlformats.org/officeDocument/2006/relationships/notesMaster" Target="/ppt/notesMasters/notesMaster1.xml" Id="R732f2571c1a34384" /><Relationship Type="http://schemas.openxmlformats.org/officeDocument/2006/relationships/presProps" Target="/ppt/presProps.xml" Id="R7fb80e7526854799" /><Relationship Type="http://schemas.openxmlformats.org/officeDocument/2006/relationships/tableStyles" Target="/ppt/tableStyles.xml" Id="R22266856fdbf44b4" /><Relationship Type="http://schemas.openxmlformats.org/officeDocument/2006/relationships/slide" Target="/ppt/slides/slide1.xml" Id="R76f262cf9a7e4a36" /><Relationship Type="http://schemas.openxmlformats.org/officeDocument/2006/relationships/slide" Target="/ppt/slides/slide2.xml" Id="Rb16518a819134666" /><Relationship Type="http://schemas.openxmlformats.org/officeDocument/2006/relationships/slide" Target="/ppt/slides/slide3.xml" Id="R5e9e13875b87439d" /><Relationship Type="http://schemas.openxmlformats.org/officeDocument/2006/relationships/slide" Target="/ppt/slides/slide4.xml" Id="Rfcde432bc8564817" /><Relationship Type="http://schemas.openxmlformats.org/officeDocument/2006/relationships/slide" Target="/ppt/slides/slide5.xml" Id="R21d04c62afab48e2" /><Relationship Type="http://schemas.openxmlformats.org/officeDocument/2006/relationships/slide" Target="/ppt/slides/slide6.xml" Id="Rd9969bc7b5bf44d7" /><Relationship Type="http://schemas.openxmlformats.org/officeDocument/2006/relationships/slide" Target="/ppt/slides/slide7.xml" Id="Rd9253d1595c8458c" /><Relationship Type="http://schemas.openxmlformats.org/officeDocument/2006/relationships/slide" Target="/ppt/slides/slide8.xml" Id="R7b753ece99d64ee1" /><Relationship Type="http://schemas.openxmlformats.org/officeDocument/2006/relationships/slide" Target="/ppt/slides/slide9.xml" Id="R3324348277be4a62" /><Relationship Type="http://schemas.openxmlformats.org/officeDocument/2006/relationships/slide" Target="/ppt/slides/slide10.xml" Id="R2f090683c25f4a62" /><Relationship Type="http://schemas.openxmlformats.org/officeDocument/2006/relationships/slide" Target="/ppt/slides/slide11.xml" Id="R5029ffbfd7744c65" /><Relationship Type="http://schemas.openxmlformats.org/officeDocument/2006/relationships/slide" Target="/ppt/slides/slide12.xml" Id="R91ee267b40474afe" /><Relationship Type="http://schemas.openxmlformats.org/officeDocument/2006/relationships/slide" Target="/ppt/slides/slide13.xml" Id="Rca1cf2a2bec6410f" /><Relationship Type="http://schemas.openxmlformats.org/officeDocument/2006/relationships/slide" Target="/ppt/slides/slide14.xml" Id="Rf56b8a8dfd514d83" /><Relationship Type="http://schemas.openxmlformats.org/officeDocument/2006/relationships/slide" Target="/ppt/slides/slide15.xml" Id="R31a3dd2a5ec0456c" /><Relationship Type="http://schemas.openxmlformats.org/officeDocument/2006/relationships/slide" Target="/ppt/slides/slide16.xml" Id="R3672c02ab0bc46a7" /><Relationship Type="http://schemas.openxmlformats.org/officeDocument/2006/relationships/slide" Target="/ppt/slides/slide17.xml" Id="R80e1614103b34c82" /><Relationship Type="http://schemas.openxmlformats.org/officeDocument/2006/relationships/slide" Target="/ppt/slides/slide18.xml" Id="Rcf1078593cf04ea0" /><Relationship Type="http://schemas.openxmlformats.org/officeDocument/2006/relationships/slide" Target="/ppt/slides/slide19.xml" Id="R4a05f3d3c8284501" /><Relationship Type="http://schemas.openxmlformats.org/officeDocument/2006/relationships/slide" Target="/ppt/slides/slide20.xml" Id="Rddd25feec3004089" /><Relationship Type="http://schemas.openxmlformats.org/officeDocument/2006/relationships/slide" Target="/ppt/slides/slide21.xml" Id="Rbce963b99a70460d" /><Relationship Type="http://schemas.openxmlformats.org/officeDocument/2006/relationships/slide" Target="/ppt/slides/slide22.xml" Id="R91f725be50c440f0" /><Relationship Type="http://schemas.openxmlformats.org/officeDocument/2006/relationships/slide" Target="/ppt/slides/slide23.xml" Id="R06efc7d58dff47ac" /><Relationship Type="http://schemas.openxmlformats.org/officeDocument/2006/relationships/slide" Target="/ppt/slides/slide24.xml" Id="R5930ae75218c4448" /><Relationship Type="http://schemas.openxmlformats.org/officeDocument/2006/relationships/slide" Target="/ppt/slides/slide25.xml" Id="R14253b29672a4c90" /><Relationship Type="http://schemas.openxmlformats.org/officeDocument/2006/relationships/slide" Target="/ppt/slides/slide26.xml" Id="R23c9f715e74b43c3" /><Relationship Type="http://schemas.openxmlformats.org/officeDocument/2006/relationships/slide" Target="/ppt/slides/slide27.xml" Id="R634b291e2a74448c" /><Relationship Type="http://schemas.openxmlformats.org/officeDocument/2006/relationships/slide" Target="/ppt/slides/slide28.xml" Id="R70b42a07cde946d3" /><Relationship Type="http://schemas.openxmlformats.org/officeDocument/2006/relationships/slide" Target="/ppt/slides/slide29.xml" Id="R86458d346d4e4f65" /><Relationship Type="http://schemas.openxmlformats.org/officeDocument/2006/relationships/slide" Target="/ppt/slides/slide30.xml" Id="Rb534f53ea852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6dc04f557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df540e74942b9" /><Relationship Type="http://schemas.openxmlformats.org/officeDocument/2006/relationships/notesMaster" Target="/ppt/notesMasters/notesMaster1.xml" Id="Rf380d57a1b7c46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eeb4e1695f4fac" /><Relationship Type="http://schemas.openxmlformats.org/officeDocument/2006/relationships/notesMaster" Target="/ppt/notesMasters/notesMaster1.xml" Id="R34315b28444e4e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de329e6a94d3f" /><Relationship Type="http://schemas.openxmlformats.org/officeDocument/2006/relationships/notesMaster" Target="/ppt/notesMasters/notesMaster1.xml" Id="Rb8ee3648bdbf47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372b3da9a2409a" /><Relationship Type="http://schemas.openxmlformats.org/officeDocument/2006/relationships/notesMaster" Target="/ppt/notesMasters/notesMaster1.xml" Id="R1eaef94ad2964a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8570e355b481d" /><Relationship Type="http://schemas.openxmlformats.org/officeDocument/2006/relationships/notesMaster" Target="/ppt/notesMasters/notesMaster1.xml" Id="Re5f695df11da4b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abc70dd9d44dd" /><Relationship Type="http://schemas.openxmlformats.org/officeDocument/2006/relationships/notesMaster" Target="/ppt/notesMasters/notesMaster1.xml" Id="R9ae605d2479e42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13af53fb124e3d" /><Relationship Type="http://schemas.openxmlformats.org/officeDocument/2006/relationships/notesMaster" Target="/ppt/notesMasters/notesMaster1.xml" Id="Re05a037670e747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5e5681e6a14d15" /><Relationship Type="http://schemas.openxmlformats.org/officeDocument/2006/relationships/notesMaster" Target="/ppt/notesMasters/notesMaster1.xml" Id="R95b2dcdabb8244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3876c10194c2f" /><Relationship Type="http://schemas.openxmlformats.org/officeDocument/2006/relationships/notesMaster" Target="/ppt/notesMasters/notesMaster1.xml" Id="Rcea5b521c5a6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0cc40bdc84f5e" /><Relationship Type="http://schemas.openxmlformats.org/officeDocument/2006/relationships/notesMaster" Target="/ppt/notesMasters/notesMaster1.xml" Id="Rd3af6270adbc4f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3011862244d5f" /><Relationship Type="http://schemas.openxmlformats.org/officeDocument/2006/relationships/notesMaster" Target="/ppt/notesMasters/notesMaster1.xml" Id="R69f96b2f39f247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bd0054fd3042d7" /><Relationship Type="http://schemas.openxmlformats.org/officeDocument/2006/relationships/notesMaster" Target="/ppt/notesMasters/notesMaster1.xml" Id="Rc829e4a875a04f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8262b74d9b49cf" /><Relationship Type="http://schemas.openxmlformats.org/officeDocument/2006/relationships/notesMaster" Target="/ppt/notesMasters/notesMaster1.xml" Id="R9dfb2507361141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22ef7343a144eb" /><Relationship Type="http://schemas.openxmlformats.org/officeDocument/2006/relationships/notesMaster" Target="/ppt/notesMasters/notesMaster1.xml" Id="Rf7752a4b73a14d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2c659f7b924b2a" /><Relationship Type="http://schemas.openxmlformats.org/officeDocument/2006/relationships/notesMaster" Target="/ppt/notesMasters/notesMaster1.xml" Id="R41a293f3956e43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32e56357c94d10" /><Relationship Type="http://schemas.openxmlformats.org/officeDocument/2006/relationships/notesMaster" Target="/ppt/notesMasters/notesMaster1.xml" Id="Rd1ddca7fbac74e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7e45434d0e44d1" /><Relationship Type="http://schemas.openxmlformats.org/officeDocument/2006/relationships/notesMaster" Target="/ppt/notesMasters/notesMaster1.xml" Id="Re632b2a7039643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8e76bd47fa4108" /><Relationship Type="http://schemas.openxmlformats.org/officeDocument/2006/relationships/notesMaster" Target="/ppt/notesMasters/notesMaster1.xml" Id="Rf513ab797c4146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ab3de3dbdd4a75" /><Relationship Type="http://schemas.openxmlformats.org/officeDocument/2006/relationships/notesMaster" Target="/ppt/notesMasters/notesMaster1.xml" Id="Re23f219f9b6447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bcab5530034806" /><Relationship Type="http://schemas.openxmlformats.org/officeDocument/2006/relationships/notesMaster" Target="/ppt/notesMasters/notesMaster1.xml" Id="Rc9da2e0361b64b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99850b035f4c9b" /><Relationship Type="http://schemas.openxmlformats.org/officeDocument/2006/relationships/notesMaster" Target="/ppt/notesMasters/notesMaster1.xml" Id="R4aedf2e8fc0342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e231d7646540ec" /><Relationship Type="http://schemas.openxmlformats.org/officeDocument/2006/relationships/notesMaster" Target="/ppt/notesMasters/notesMaster1.xml" Id="R7f2cb00c671347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51244f225649ae" /><Relationship Type="http://schemas.openxmlformats.org/officeDocument/2006/relationships/notesMaster" Target="/ppt/notesMasters/notesMaster1.xml" Id="Rb7b551f3b43647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4bd5337e314135" /><Relationship Type="http://schemas.openxmlformats.org/officeDocument/2006/relationships/notesMaster" Target="/ppt/notesMasters/notesMaster1.xml" Id="Re47eefbe23d448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d6bf92eb70644d3" /><Relationship Type="http://schemas.openxmlformats.org/officeDocument/2006/relationships/notesMaster" Target="/ppt/notesMasters/notesMaster1.xml" Id="Racfd9d2243a84f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7dd0791f80404d" /><Relationship Type="http://schemas.openxmlformats.org/officeDocument/2006/relationships/notesMaster" Target="/ppt/notesMasters/notesMaster1.xml" Id="Rb0206b288f9e40a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d7213c35864349" /><Relationship Type="http://schemas.openxmlformats.org/officeDocument/2006/relationships/notesMaster" Target="/ppt/notesMasters/notesMaster1.xml" Id="R0f9d8604a96b46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bee031e9f44a08" /><Relationship Type="http://schemas.openxmlformats.org/officeDocument/2006/relationships/notesMaster" Target="/ppt/notesMasters/notesMaster1.xml" Id="R3c79883362b141c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0da24c74174dad" /><Relationship Type="http://schemas.openxmlformats.org/officeDocument/2006/relationships/notesMaster" Target="/ppt/notesMasters/notesMaster1.xml" Id="R31998ebf61814d7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9c022d690a472b" /><Relationship Type="http://schemas.openxmlformats.org/officeDocument/2006/relationships/notesMaster" Target="/ppt/notesMasters/notesMaster1.xml" Id="R8c58b00d97c34a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QualityEvaluator.evaluate_chunk 分别产生 signal、content、consistency 维度。evaluate_boundary 对每组相邻片段产生 stitching、content 维度。正式管线先检查各块，再为相邻两块组装完整窗口并转写检查。三类输入以 ReadingChunk.tts_text、role_id、音频路径和角色 anchor 为准，不拿未经处理的书籍排版文本直接比对。不得把文本一致、能解码、人物一致或主观自然度合并成一个未经验证的“正确率”。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转写路径：QualityEvaluator.transcript → SenseVoiceBackend.__call__ → voxcpm_asr.transcribe_audio。FunASR AutoModel.generate(input=..., language="auto", use_itn=True)，从 result[0]["text"].split("|&gt;")[-1] 获取正文。核心后端要求已配置的本地模型目录，固定 CPU，模型版本纳入缓存指纹，不隐式下载。comparison_details 先做 Unicode NFKC、弯撇号转直撇号、normalize_reading_text、显式词典与内置数值等价，再按语言分词。英文 comparison_reading 仅支持有边界的数值/日期等价，模糊编号和缩略词不任意展开。中文按规范化后的字符比较，混合语言使用 mixed_token 并单独记录指标。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/Users/yinzh/PycharmProjects/EPUB_to_Audio_Converter-1/audiobook_generator/utils/voxcpm_asr.py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align_text 使用 Levenshtein 动态规划。D(i,j) 表示参考前 i 个单位与识别前 j 个单位的最小改动数。边界 D(i,0)=i，D(0,j)=j。先填表，再从右下角回溯得到 replace/delete/insert，保存 reference_index、hypothesis_index 和具体文本。中文指标 CER，英文 WER，混合文本 mixed_token_error_rate。error_rate=dist/max(1,len(reference_tokens))，多读很多时可以超过 100%，不能把 1-error_rate 直接称为音频正确率。索引定位到规范化后的字词，不等于毫秒级声学时间戳。只要出现任意差异，content 仍为 incomplete 并写 asr_mismatch，不是凭一个百分比阈值确认缺陷。本页中文例子为算法示意，不是项目实测音频。R034 的真实接受与误报裁决见 v49：要求精确 verified_tts_text、整块内容完整、无增读及音频/报告/告警指纹绑定，不能用一小段试听消除整块提示。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/Users/yinzh/PycharmProjects/EPUB_to_Audio_Converter-1/docs/validation/audio_core_20261017/asr_adjudication_actual_v49.json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SpeakerEncoder 使用本地 SpeechBrain ECAPA EncoderClassifier，模型权重齐全才允许运行，CPU 推理。mono_resampled 将声道取均值并用 scipy.signal.resample_poly 抗混叠重采样到 16 kHz。有效语音近似为 RMS≥0.003 的 20 ms 帧，min(总时长,有效帧时长)须≥3 s。模型输出扁平向量并 L2 归一化，QualityEvaluator.embedding 再验证有限数值、非空且范数&gt;0。distance=1−dot(e_current,e_anchor)，&gt;0.35 只触发 speaker_drift，speaker_threshold_kind=uncalibrated。consistency 不会因距离小而自动 passed。参考音优先采用有效固定配置，自动 bootstrap 参考只适用于非 design/clone、无问题且内容通过的片段；这是程序可用参考，不等于人已确认身份。比较时校验参考音 SHA256 与记录绑定，文件发生变化即拒绝沿用依据。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的 frame_rms 默认帧宽20 ms，RMS≥0.003 估计有效发声，active=min(duration,active_seconds)。可选 SileroVAD 使用随包 ONNX 模型、16 kHz 输入与 get_speech_timestamps，默认 enable_vad=False，失败则沿用轻量估计。reading_count 用规范化参考计数，并非实测逐词时间戳。count≥5、总时长≥1 s、语言为en/zh且没有已发现的内容差异才使用语速规则。英文阈值 max_english_wpm/60，默认300词/分；中文max_rate默认4.3字/秒。abs(log(rate/reference_rate))&gt;log(1.3)，等价于ratio&gt;1.3或ratio&lt;1/1.3，绝非对称±30%。当前或参考文本对齐异常、单位不同时不做相对语速判断。pitch_summary 将音频重采样到8 kHz，320点窗口、160点步长，去均值并加Hann窗，对RMS≥0.01的帧自相关，候选lag16..133且归一化峰相关≥0.55才纳入。取中位基频和四分位距。shift=12log2(f_current/f_reference)，|shift|&gt;6且双方 voiced_frames≥50才触发pitch_drift。这是轻量估计和未校准启发式提示，不是训练过的情绪或错误发音分类器。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boundary_features 默认 window_seconds=2.0。左右短窗口先单声道16 kHz，边缘20 ms即320点算RMS，rms_jump_db=|20log10(RMS_left/RMS_right)|。边缘各512点FFT幅度谱作L2归一化，计算欧氏距离。tail/head由完整片段的连续边缘20 ms低能量帧（RMS&lt;0.003）计数，保守估计静音。added_pause=planned−tail−head，若&gt;0，sample_jump=max(|left_last|,|right_first|)，否则=|left_last−right_first|。九个特征包括样本跳变、RMS分贝差、谱距离、左右发声标记、左右静音、计划停顿、是否同角色。默认 heuristic_labels 只产生疑似click和过长gap，两条规则如页面所列，并不直接确认cutoff或overlap。可选 boundary-logistic-v1 将9项标准化，四个独立sigmoid头预测click/cutoff/overlap/gap，训练集拟合、独立dev选阈值（先限制dev误报≤5%再最大化召回），同源变体不得跨split。真实独立评估未完成，因此即使预测完成，stitching维度也保持incomplete。完整两句ASR输入是assembled_window，与两个完整tts_text拼接比较，不是只拿各2秒。J076真实v46移除已确认静音中央1.04秒，停顿2.04→1.00秒，原语音保留，v47用户确认三处修复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解码为float32 always_2d，样本需有限且采样率有效。peak=max(abs(samples))，clipped_fraction=mean(abs(samples)&gt;=0.999)，阈值&gt;0.002。evaluate_chunk 对 samples==0、peak&lt;0.003、clipped_fraction&gt;0.002 分别生成 empty_audio/too_quiet/clipping，certainty=confirmed、severity=error、signal=failed。这里的“确认”是程序对信号阈值事实的确认，不能外推为人工自然度结论。QualityReport.status 精确逻辑：存在confirmed error则failed；否则有任意issues或任意dimension=incomplete则incomplete；否则passed。speaker未校准或缺模型、stitching未验收时不会因为没越阈值而自动passed。SHA256绑定音频，ASR缓存键同时含音频SHA、模型fingerprint和处理版本；检查前后校验文件和模型未变，避免拿旧缓存或旧人工结论套到新版本。人审结论需精确绑定报告、音频、告警及所听上下文，机器原始依据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64c92ea01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d76b902d745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50a8f714e4e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e60d246904b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b348a15cf41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826ff106548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94d710f8c4d2c" /><Relationship Type="http://schemas.openxmlformats.org/officeDocument/2006/relationships/slideLayout" Target="/ppt/slideLayouts/slideLayout1.xml" Id="R5d4af299b79945c6" /><Relationship Type="http://schemas.openxmlformats.org/officeDocument/2006/relationships/slideLayout" Target="/ppt/slideLayouts/slideLayout2.xml" Id="R90096bb6311e4d2e" /><Relationship Type="http://schemas.openxmlformats.org/officeDocument/2006/relationships/slideLayout" Target="/ppt/slideLayouts/slideLayout3.xml" Id="R236e42fa794d4445" /><Relationship Type="http://schemas.openxmlformats.org/officeDocument/2006/relationships/slideLayout" Target="/ppt/slideLayouts/slideLayout4.xml" Id="R685507f232374809" /><Relationship Type="http://schemas.openxmlformats.org/officeDocument/2006/relationships/slideLayout" Target="/ppt/slideLayouts/slideLayout5.xml" Id="Rf0cbaf957712484b" /><Relationship Type="http://schemas.openxmlformats.org/officeDocument/2006/relationships/slideLayout" Target="/ppt/slideLayouts/slideLayout6.xml" Id="R7f8a736594b9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af299b79945c6"/>
    <p:sldLayoutId xmlns:r="http://schemas.openxmlformats.org/officeDocument/2006/relationships" id="2147483650" r:id="R90096bb6311e4d2e"/>
    <p:sldLayoutId xmlns:r="http://schemas.openxmlformats.org/officeDocument/2006/relationships" id="2147483651" r:id="R236e42fa794d4445"/>
    <p:sldLayoutId xmlns:r="http://schemas.openxmlformats.org/officeDocument/2006/relationships" id="2147483652" r:id="R685507f232374809"/>
    <p:sldLayoutId xmlns:r="http://schemas.openxmlformats.org/officeDocument/2006/relationships" id="2147483653" r:id="Rf0cbaf957712484b"/>
    <p:sldLayoutId xmlns:r="http://schemas.openxmlformats.org/officeDocument/2006/relationships" id="2147483654" r:id="R7f8a736594b9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f62a7e91444bc" /><Relationship Type="http://schemas.openxmlformats.org/officeDocument/2006/relationships/notesSlide" Target="/ppt/notesSlides/notesSlide1.xml" Id="R77c302e781da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f52cf49e93496e" /><Relationship Type="http://schemas.openxmlformats.org/officeDocument/2006/relationships/image" Target="/ppt/media/image.jpeg" Id="R12e2a055cdf44e66" /><Relationship Type="http://schemas.openxmlformats.org/officeDocument/2006/relationships/notesSlide" Target="/ppt/notesSlides/notesSlide2.xml" Id="Rcda9e61018c343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44266fd6b4d0c" /><Relationship Type="http://schemas.openxmlformats.org/officeDocument/2006/relationships/notesSlide" Target="/ppt/notesSlides/notesSlide3.xml" Id="Rc957de1a7730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a92bb69da4b29" /><Relationship Type="http://schemas.openxmlformats.org/officeDocument/2006/relationships/notesSlide" Target="/ppt/notesSlides/notesSlide4.xml" Id="R21b4de3528af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cea43a9aa4a00" /><Relationship Type="http://schemas.openxmlformats.org/officeDocument/2006/relationships/notesSlide" Target="/ppt/notesSlides/notesSlide5.xml" Id="R40ab8ddb262d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dbccccedd4076" /><Relationship Type="http://schemas.openxmlformats.org/officeDocument/2006/relationships/notesSlide" Target="/ppt/notesSlides/notesSlide6.xml" Id="R9554b1e32fb249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06b7fded44152" /><Relationship Type="http://schemas.openxmlformats.org/officeDocument/2006/relationships/notesSlide" Target="/ppt/notesSlides/notesSlide7.xml" Id="R63a45c1e54af4a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5eacbb33f4558" /><Relationship Type="http://schemas.openxmlformats.org/officeDocument/2006/relationships/notesSlide" Target="/ppt/notesSlides/notesSlide8.xml" Id="R641a7bb6599a41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78a6fe35b4f03" /><Relationship Type="http://schemas.openxmlformats.org/officeDocument/2006/relationships/notesSlide" Target="/ppt/notesSlides/notesSlide9.xml" Id="R89e940d43f6a45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310a0325a4c0d" /><Relationship Type="http://schemas.openxmlformats.org/officeDocument/2006/relationships/notesSlide" Target="/ppt/notesSlides/notesSlide10.xml" Id="R3a43de517fc747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e6fee74ce4a93" /><Relationship Type="http://schemas.openxmlformats.org/officeDocument/2006/relationships/notesSlide" Target="/ppt/notesSlides/notesSlide11.xml" Id="R493b2c551a77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5ea22320b49f7" /><Relationship Type="http://schemas.openxmlformats.org/officeDocument/2006/relationships/notesSlide" Target="/ppt/notesSlides/notesSlide12.xml" Id="Rbac2074dce0141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9c86b1cb944bc" /><Relationship Type="http://schemas.openxmlformats.org/officeDocument/2006/relationships/notesSlide" Target="/ppt/notesSlides/notesSlide13.xml" Id="R6ae097e110db4f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c367038314dd9" /><Relationship Type="http://schemas.openxmlformats.org/officeDocument/2006/relationships/notesSlide" Target="/ppt/notesSlides/notesSlide14.xml" Id="R8847e59a917047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e4621d9d046ec" /><Relationship Type="http://schemas.openxmlformats.org/officeDocument/2006/relationships/notesSlide" Target="/ppt/notesSlides/notesSlide15.xml" Id="R067ac93cd19c41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a0f32286c44d7" /><Relationship Type="http://schemas.openxmlformats.org/officeDocument/2006/relationships/notesSlide" Target="/ppt/notesSlides/notesSlide16.xml" Id="R3616f2d1c06a4b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241454c5a4420" /><Relationship Type="http://schemas.openxmlformats.org/officeDocument/2006/relationships/notesSlide" Target="/ppt/notesSlides/notesSlide17.xml" Id="Rb889b9288f944d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66734728245f9" /><Relationship Type="http://schemas.openxmlformats.org/officeDocument/2006/relationships/notesSlide" Target="/ppt/notesSlides/notesSlide18.xml" Id="Rd93c7086beb046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0e526bde14c4a" /><Relationship Type="http://schemas.openxmlformats.org/officeDocument/2006/relationships/notesSlide" Target="/ppt/notesSlides/notesSlide19.xml" Id="Rc44cc771389c4b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7548b864944ca" /><Relationship Type="http://schemas.openxmlformats.org/officeDocument/2006/relationships/notesSlide" Target="/ppt/notesSlides/notesSlide20.xml" Id="R013fe16c25384b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d38d3fd684bd7" /><Relationship Type="http://schemas.openxmlformats.org/officeDocument/2006/relationships/notesSlide" Target="/ppt/notesSlides/notesSlide21.xml" Id="Rd9ca983cded144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f6566ec7f4435" /><Relationship Type="http://schemas.openxmlformats.org/officeDocument/2006/relationships/notesSlide" Target="/ppt/notesSlides/notesSlide22.xml" Id="Rd865bdf444474c7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b87eaa47e4c28" /><Relationship Type="http://schemas.openxmlformats.org/officeDocument/2006/relationships/notesSlide" Target="/ppt/notesSlides/notesSlide23.xml" Id="R731a07083c464d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3835fec9d4267" /><Relationship Type="http://schemas.openxmlformats.org/officeDocument/2006/relationships/notesSlide" Target="/ppt/notesSlides/notesSlide24.xml" Id="Re535a0bf32cb49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072e435504e1f" /><Relationship Type="http://schemas.openxmlformats.org/officeDocument/2006/relationships/notesSlide" Target="/ppt/notesSlides/notesSlide25.xml" Id="R579b5d6778a04e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73b64fbed4dbd" /><Relationship Type="http://schemas.openxmlformats.org/officeDocument/2006/relationships/notesSlide" Target="/ppt/notesSlides/notesSlide26.xml" Id="R9c213a84d55e43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a59ce51614f80" /><Relationship Type="http://schemas.openxmlformats.org/officeDocument/2006/relationships/notesSlide" Target="/ppt/notesSlides/notesSlide27.xml" Id="Rf845c1f10fb542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73fbe341a413c" /><Relationship Type="http://schemas.openxmlformats.org/officeDocument/2006/relationships/notesSlide" Target="/ppt/notesSlides/notesSlide28.xml" Id="Rb557a6833fe844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b91da46984e89" /><Relationship Type="http://schemas.openxmlformats.org/officeDocument/2006/relationships/notesSlide" Target="/ppt/notesSlides/notesSlide29.xml" Id="Re5e1c541c5ef498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d8fdbe40a43ae" /><Relationship Type="http://schemas.openxmlformats.org/officeDocument/2006/relationships/notesSlide" Target="/ppt/notesSlides/notesSlide30.xml" Id="R166359c3a86c49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DBFC4-DE55-4C0A-85D2-ADECBC0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把电子书变成多角色有声书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2C1D-B8DE-4411-8052-8EDA2E3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A7B5-05A3-4BEE-8118-0196FA6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我们做了什么，怎样做成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F04C8-3606-487A-B0C3-D1A5D24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给不同人物安排声音</a:t>
            </a:r>
          </a:p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找出读错的地方，尽量只修有问题的部分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9D15B-CF15-42D1-B23B-775C088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项目进展与改进思路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A509B-E729-43A3-A987-28FE94CCF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2a055cdf44e66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DFAB1-72E5-4111-9D1F-F22C3C1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这个项目能帮我们做什么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C9C6B-19B8-4132-85C6-2B2699A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4826-CFDA-4739-ABE8-CE0B798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把书读成有声书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F9AF-98F2-45EA-B36A-F8F5B711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上传电子书、选择章节，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让旁白和不同人物分别朗读。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B4920-4058-49FA-AF29-52B21F1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读错一小段，就修这一段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5968-B3CF-4192-804A-64D17B1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814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找到多读、漏读或停顿过长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的位置，尽量少重做整章。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CF73-9E8B-46F0-B263-E0F7A5A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左图是 10 月 12 日的实际界面，后续新增功能用流程图说明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1E133-C373-43A9-8C41-4735101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目前已经做成了哪些功能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AD03-1AA5-4D97-AB5D-2007DE3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CB2E-F5F1-4CE9-A2A7-A00E0DFFF9BB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制作步骤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已经能做什么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目前的情况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读入书籍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提取章节，整理人物和人物别名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支持中英文，允许人工修改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安排声音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选现成声音、用文字描述、模仿参考音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已选好的声音可以锁定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逐段生成，保存结果，按顺序拼起来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新的整套流程目前接入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检查与修正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找读错、长停顿、换声等疑点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已完成部分实际问题的修正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选章节、确认配置、查看和下载结果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后台流程已做测试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83FED-B89D-45A0-9167-3215CDC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原来的转换器仍支持多种语音服务，本轮重点做好 MiMo 的整套制作流程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E0351-8143-40B4-9CEB-0E1AE2E399D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C445C-1C37-4699-B888-CEF4C84ED4C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4B397-B9BD-47EE-961C-989A22A76A5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A92AC-658D-465E-85A6-780ECBE7F20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52600" y="40481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17C35-3F92-4CC2-B3EF-CD8ABFE57C2D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8956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65D6F-FCC3-4FBB-BD0B-990AB0860B9D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7912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49DE9-17B5-40BA-85C7-0D56E166303F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72223-CB1A-4579-8631-36021BA02C9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39400" y="26479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D46C3-7F0F-431F-B836-0C6257BE045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B076-238E-4675-8769-59DA32C31DB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FFE5F-A691-4EFB-B447-AA2C11C15FD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205E3-DB26-41E7-88EE-D41361E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从上传书籍到下载音频，具体怎么走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718B-EF1C-47BE-912C-26BBE48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6979-7926-4FF4-8743-0920ADC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 上传书籍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选择要朗读的章节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759C-23CB-48B3-B1F5-8A9ABE4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2 找出说话的人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谁在讲故事或说话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E80DC-CA51-4269-8009-4020CC2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3 对照书中原文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核对是否漏字、改字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4BA5-BBEF-40D1-B085-FA389E9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 选声音并确认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试听声音，设置语速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9DC2E-AE94-4CF8-A197-76BED6C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5 整理实际读法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处理数字、缩写读法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D4B65-4469-4FE5-B424-086DFE1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6 按句分成小段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记录人物和停顿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8CC9-FE63-4122-A663-BC14818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7 逐段生成并保存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生成，可复用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82C08-F60E-4F32-8B34-B0D0F15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8 找出可疑问题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查漏读、重复和停顿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6968-813F-435E-9BA5-E43CB5F3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只修有问题的段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剪多余内容或重读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7AB3-89BB-4761-A71D-CC08689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10 再查前后两句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更好才保留新版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C7889-CA98-4687-8915-47BAE30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11 拼成整章音频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检查整章能否播放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CF60-AD00-452F-AD71-B63BD38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12 试听确认并下载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保留问题单和原音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1252A-2B7D-457D-A5CC-BA75263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修复有次数和用时限制，拿不准的问题留给人工试听，不会当作已经通过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912-1CFF-4944-AE9C-EA85E5D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三个创新方向，分别解决什么问题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00E2-0E1F-47E9-82FA-919AB45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5118-AF45-4959-9390-41517B06360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改进方向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项目中遇到的具体问题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我们的做法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就用谁的声音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《Flipped》人物用“我”讲故事，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部分文字曾被分给普通旁白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按本章原文找出讲述者，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让自述与本人对白共用声音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经常对话的人，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声音尽量不同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试用的合格英语声音只有两个，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给旁白留一个后，角色声音不够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常对话的人优先用不同声音，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不够时用固定描述补充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哪里读错，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就优先修哪里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读完又重复，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两句话之间停得太久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只处理问题段，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再检查前后句有没有受影响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D584-FEF1-4EB1-A746-39B2516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共同目标：少弄错说话的人，少重复生成，少让人反复试听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2C883-E2E4-4AFE-95CD-7119E62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已有文字归属修正和音频修复案例，声音分配是否更好认仍需听众比较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A555-5B0F-432C-AAFF-25525B7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创新一：谁讲故事，就用谁的声音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2DAE-08AE-4496-9D97-AC15740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7DFAF-26F3-48BC-899B-8AD717E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BFDB-9325-4FD5-BFBC-5557B30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《Flipped》的两章分别由 Bryce 和 Juli 用“我”讲述。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早期拆分时，有些人物自述被当成了普通旁白。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BBB8B-26EE-4F99-81B6-4399E4C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Bryce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Bryce 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FEDE-1629-4AD6-B313-5AFE196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Juli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Juli 的声音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7477-B668-43F1-9E85-1CA4D68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换一章，</a:t>
            </a:r>
          </a:p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重新判断是谁在讲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63B5-16BF-4A77-A42D-6378C62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已完成：两章的文字分配已修正，自述和本人对白共用声音配置。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ADED-2DE3-49EB-9D5B-7DC815E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这次检查确认的是文字和声音的分配，没有为这两章重新生成语音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9E76-07B6-4D78-8A15-D6A7A9FE7B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9EA8-1752-4E6B-814F-EFC68C6CF15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C002-9E8F-42BF-8567-DA6DD98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怎么做到：每一句都能回到书中核对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109D-6666-4E16-9461-F8E45F0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FA97-ADC6-46EF-B6E1-91836C0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模型先判断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这句是谁在说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2E13-4E8B-4C82-941C-B61D028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程序对照原文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检查有没有漏字或改字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ADE8-F06E-4758-AE78-FD38DDB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找到人物后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使用已保存的声音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BA997-0946-4387-B7D1-E3201BB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每一段都记住它在原书中的位置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49E5-F887-437E-8050-6DD28A5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把所有小段拼回去，要能对应完整章节。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判断讲述者时，还要留下书里的原句，让人能检查理由。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2CDF6-51C5-4CFB-AC5C-30BA9E3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找不到可靠依据时，先用普通旁白，并标出“需要复核”。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E706-20A0-4A45-A551-8773F61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程序可以检查有没有漏字，但“到底是谁在说”仍可能需要人来确认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1046-DBD6-4104-BFB0-EF53B58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书上怎么写，实际怎么读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46C8F-BC1F-496C-965C-EEA7302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0B38F-50D4-4E8B-90BD-8836B2AF514B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书上写的内容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为什么这样做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读成“增长百分之三点五”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让朗读更自然，保留原文不动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检查时允许这两种写法对应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避免把数字写法差异当成读错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本次修复改用 Come on! 朗读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 R034 一个词开头反复读的问题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人名、编号、多音字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拿不准就保留，交给人试听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避免程序擅自改出新错误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E8BD1-8AE8-4E18-9BDE-84E8FAB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书籍原文和“发给语音服务的读法”分开保存，修改有记录。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39260-A2D0-4C59-AA4B-C16A7C1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录音转成的文字相同，也不能证明多音字读对了，最终还要听声音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F9D03-6361-44BD-970B-EE1E096404E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A21D4-B188-4AFF-97A4-26363290CAA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758B-7A22-4996-8715-BC81BC8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创新二：经常对话的人，声音尽量不同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C1762-04F3-42F7-9F2E-3848665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2F2CB-CFF4-4E5C-AC2A-5E2ABB2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1000F-0F12-4D8F-987D-796C89F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试用的英语声音库里，经过试听确认的现成声音只有 Mia 和 Chloe。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旁白占用一个后，就很难给其他人物各分一种声音。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B9BA-A0F2-4CAC-9E5A-AB59AC9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对白多的角色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优先选现成声音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9CA9-679F-4FF3-91B5-4443DE6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其他角色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用固定文字描述声音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A859-D613-4F56-B008-1326EF8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经常互相说话的人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优先拉开声音差别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FBA5-B320-4855-97D1-11D8852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实际试用：用文字设定两个角色的声音，六条录音经试听确认容易区分。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E893-B3AC-4128-AD0D-C3F5371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这里只确认了这两个角色的录音，还不能说自动分配一定比随机分配更好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E4641-AA73-4FF3-BBFF-702269098DA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2DD19-81B5-4091-9823-45766E4C10A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100E-9745-4142-913E-4D2A48F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怎么做到：先让不同声音读同样的句子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5B96-A2C4-4821-B0CD-8BD429E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3434-4662-4FCD-8DA9-84E8301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准备相同的试听句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每种声音至少读两句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DC6F-8C15-427C-AB7D-B372A5B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先听内容是否完整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再记录声音特点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0DC0-B890-43B5-8FB0-AB77EEA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比较不同声音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是否容易听成同一个人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A066-7A55-4D83-9515-0515D8F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为什么要读相同的句子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5169-6FC0-4FA4-A76E-26E1971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如果一个声音读问句，另一个读感叹句，差别可能来自语气。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让它们读同样的内容，比较才更公平。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DA53-9ADC-49B1-A70E-ED0C84D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电脑怎么参与比较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7601-F5FF-4B10-99CA-3409319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程序把声音特点记成一组数字，比较它们有多相似。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换几句话再比，避免只凭一句话就认定两种声音不同。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7CBAA-8A42-44BE-A085-AEF9937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电脑给出的相似程度只是参考，最终要请听众判断能不能认出人物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43FF5-19AE-4659-88CC-6109146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怎么做到：把声音优先分给最需要区分的人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E703D-72E1-4F7D-8719-1484B15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F600-5332-4B30-AE70-07AD9D8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先看哪些人物经常一来一回地说话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661B0-9A6E-49B2-9998-C7C280A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程序按原文统计两个人轮流说话的次数。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对话越频繁，越优先给他们安排差别较大的声音。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57F1-6530-47A3-9349-C48B26A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同时保留用户的选择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316CE-0C46-4124-BBF3-827CEC7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已经锁定的声音不会被自动改掉。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也可以要求旁白单独用一种声音，或不同人物不共用声音。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6616D-DD12-4713-89B5-471CBC3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方案少就逐个比较，方案多就先做好主要人物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5EAD5-3FD7-40CE-9081-0C7783C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先给经常说话的人分配，再尝试交换声音，看看能不能更容易区分。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还会考虑声音是否适合人物，尽量少改已经定好的安排。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5E446-B285-4261-9C3F-EFAA882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这是当前程序的分配方法，是否真的更好听、更好认，需要专门做试听比较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D6719-8B44-4ECB-BC91-FAFF480616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1907-B630-45D9-8F07-DCD969BE6DE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570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4307-0805-412D-B1AD-677F5F9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现在可以怎样给人物安排声音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B023-B708-4F8A-AD7D-FB66FCB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64BD6-B989-4B11-AC98-5E93CD7C137A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用户要做什么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项目中的具体例子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直接选择服务里已有的声音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Juli 曾使用 Chloe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用文字描述声音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写清年龄感、音色和说话方式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同学群体使用固定的声音描述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模仿一段参考录音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提供参考音，让服务照着声音来读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Bryce 先试读几句，再用于整章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083D-AA3E-4E93-8D44-5F40EF0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每个人物保存一份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215D-CC33-4690-A06D-C0C680F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换章时继续使用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同一份设置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1EED-CABB-476A-950D-83155AA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声音换过之后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重新试听确认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61687-4E09-4E82-A17F-796D82F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模仿参考音通常称为“声音克隆”，换过声音后的录音不能沿用旧试听结论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65790-707C-40EE-B03F-079B00A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生成之后，重点检查哪几类问题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AFC3-9E32-4CA2-885F-4158E0AE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A0E99-5019-4B8D-BE73-829F1DA44950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程序怎样找疑点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人还需要注意什么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有没有读错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把录音转成文字，再与原文比较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文字可能识别错，不能直接删声音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两段连得顺不顺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查看句尾句首、音量和停顿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爆音、卡顿和长停顿需要试听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人物声音变没变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与该人物已确认的录音比较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情绪变化也会让声音听起来不同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文件是否正常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检查过响、长时间无声及能否播放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文件能播放，不等于每句话都合格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7B95-3389-4E58-BBB7-48711A5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每项分别标记“通过”“有问题”或“还没查清”，没查清不会自动算通过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DBFE7-D5E6-4DCB-961B-6CEE98475AC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408D6-FC77-45C8-A8A4-EE95E48F86B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6341B-5F06-4B3F-BBFD-9B4225FF914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24089-2416-4036-BCDD-3DE7A79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音频检查的完整过程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90C6D-47FF-4956-B205-047C1C9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2B006-7703-4837-85F2-F5C8A1C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输入：每段的实际朗读文本、人物编号、音频，以及该人物的参考录音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45917-4B10-4A69-AD85-8AA3A52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读取录音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先检查信号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499A8-6E68-4804-8790-8732479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检查这一段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内容、声音和语速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A6877-BA6A-45BD-A996-6D731C5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检查相邻两段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连接处和完整内容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749A-298B-4E31-99C1-C9D9D86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保存检查单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带上下文试听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EA189-265B-4785-8401-D14F863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每一项留下自己的判断依据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E79E3-D145-484A-B4D1-5FD80947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例如：多出了哪个词、声音差了多少、哪两段之间停得太久。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内容没有差异，也仍要检查人物声音和连接处。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768C1-1EB1-45A3-BB23-B8A35BE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“正确”分成多个维度，机器筛查和人工试听分别留记录，未查清的项目继续保留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2708E-1731-46CC-A458-82FB1211C52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89753-2A3D-4010-9D01-B7EC3BE3DC2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937EF-55E4-4666-9EBD-92FA240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内容检查：录音怎样变成可比较的文字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CB41-D7D5-4FF6-B1A2-9C45C7C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C2DC8-43DD-4FB4-A28B-0DEA664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录音文件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 SenseVoice 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A94B-B28C-4C14-8CC9-DC72CEC5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原文与转写各做整理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统一写法，再分字或分词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162E-388C-46B3-99B4-760D46C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逐项比较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保存差异和原始录音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CD894-021B-440D-985D-48B9FB4C69A1}"/>
              </a:ext>
            </a:extLst>
          </p:cNvPr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048250"/>
                <a:gridCol w="4162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具体处理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程序如何实现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为什么需要这一步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转成文字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SenseVoiceSmall 在 CPU 上运行，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自动识别语言，取出纯文本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模型目录由本地配置指定，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缺模型或转写为空就保留未查清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整理比较文本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统一全角、半角、大小写和引号，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处理支持的数字、日期与显式词典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与 twenty books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可以按同样内容比较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确定比较单位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中文按字，英文按词，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保留英文词界和缩写内部撇号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 don’t 的否定含义、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人名或编号随意抹掉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493AE-71BE-425C-897E-5C3FF2E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比较基准是实际发送给语音服务的 tts_text，书籍原文、朗读改写和比较结果分别保存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11FAE-E071-4829-A0BA-292815C6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内容检查：怎样找出多读、漏读和错读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A8919-8494-4763-89DF-FE91CE2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F0C42-F0E0-465C-8D78-760A7237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程序寻找“最少需要改几处”，把两份文本对齐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C261-CE2E-44D8-B1EC-97F379B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增加、删除、替换各记 1 次，相同内容记 0 次。这种方法叫编辑距离。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BFAD-2F47-411D-ABBB-BFD3A4E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D(i,j) = min{ D(i−1,j)+1, D(i,j−1)+1, D(i−1,j−1)+[a[i]≠b[j]]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AA62E-CE6A-4F53-A574-D95A523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D(i,j) 表示原文前 i 个字词与转写前 j 个字词的最少改动数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A1E5F-6D69-4E3D-9205-FD0AF031609B}"/>
              </a:ext>
            </a:extLst>
          </p:cNvPr>
          <p:cNvGraphicFramePr/>
          <p:nvPr/>
        </p:nvGraphicFramePr>
        <p:xfrm>
          <a:off xmlns:a="http://schemas.openxmlformats.org/drawingml/2006/main" x="609600" y="340995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示意输入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逐字比较的结果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应该读的内容，共 6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识别出的内容，共 8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找到的差异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多出“今天”两字，差异率 = 2 ÷ 6 ≈ 33.3%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9CB8B-71E8-46BF-B2B9-4EA5574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差异率 =（替换数 + 漏读数 + 多读数）÷ 原文单位数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FC95-0BD2-4912-9EC9-54E34DF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真实 R034 曾被识别为“Comome on”，人工听整句后确认是识别误报，原机器证据仍保留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26F3E-CFFE-48CD-8D47-6685F897688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72CDE-3052-45C0-A0CE-D4E822FA518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A43BF-81F4-4F6F-911A-71D5E65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人物声音检查：与同一份参考录音比较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1F851-38B1-4655-98A4-0D2292F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8AB32-E55E-4C1A-B6A3-8C99E52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当前录音和人物参考音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分别提取声音特点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E7687-ECFB-42BD-BA69-234C1F9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ECAPA 模型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各得到一组数字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8AA73-0C6D-4D84-9E6C-8AC63EA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比较两组数字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越不相似，距离越大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A129A-D6A9-4B6C-A4A4-30237265ACD7}"/>
              </a:ext>
            </a:extLst>
          </p:cNvPr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972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技术细节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转成单声道、16 kHz，每段至少 3 秒有效语音。太短就暂不判断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比较算法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向量先归一化，再算距离 d = 1 − cos(u,v)，也就是 1 − u·v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 &gt; 0.35 时标记“疑似换声”。这个阈值尚未用独立数据校准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参考录音来源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使用固定参考音，或用内容与信号检查通过的首个合适片段建立参考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67BE2-D42B-487A-A470-9EB8435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 Bryce 始终对照同一份参考音。距离低也不会自动证明人物身份一致，还要试听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D5EF-F73D-4BC9-9563-175BB18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声音变化检查：语速和音调怎样计算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20A6-6F4D-4B77-8B45-9011BA2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E2D37-D421-4475-A925-B32D4CF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语速：用字词数除以实际发声时间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E462-9A40-4B7D-82F5-7729EE5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 20 毫秒算一次声音强度，找出在发声的部分。也可启用 Silero 找人声。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语速 = 规范化后的字词数 ÷ 发声秒数，英文再乘 60 得到每分钟词数。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201C5-5AD3-4217-9612-7376FD67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当前提示线：中文超过 4.3 字/秒，英文超过 300 词/分。</a:t>
            </a:r>
          </a:p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与参考音比较时，快慢倍数超过 1.3，也会提示复核。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91182-07F5-4B0B-BD0D-E1BCFB8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音调：估计每个短窗口的基频，再取中间值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D38F0-448A-484C-AF42-71673BE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录音转为 8 kHz，以 40 毫秒窗口、20 毫秒步长做自相关，估计声音周期。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变化量 = 12 × log₂（当前基频 ÷ 参考基频），单位是半音。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37AC6-C45A-450F-8132-EAE51EB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相差超过 6 个半音，且两段各有至少 50 个有效音调窗口，才提示变化。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55913-9497-4C10-A943-A46CC96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这些都是筛查线。内容多读或漏读时，停止用参考字词数判断语速，情绪变化也要人工区分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50E6F-2743-4B41-BBCE-0C5381F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连接处检查：句尾和下一句怎样接起来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E087D-4689-433B-8FC3-5FA1093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0E661-F435-4906-9EAA-CB777EE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声音特征看左段末尾 2 秒、右段开头 2 秒，内容核对使用完整两段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59A30-3CF0-429A-8D18-EEEC891952D7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619625"/>
                <a:gridCol w="43053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当前怎样使用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是否突然“啪”一下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比较接点样本值，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有补入停顿时也检查两侧是否突变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跳变幅度 &gt; 0.15，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提示疑似爆音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音量、音色突变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比较两侧 20 毫秒的强度，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再比较 512 点频谱的差别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记录分贝差和频谱距离，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供复核或可选模型使用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20 毫秒低能量帧，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统计左尾和右头的无声时长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两侧无声之和超过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max(1.5秒,计划停顿+0.8秒)就提示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内容是否完整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把完整左句和右句拼起来再转写，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与完整两句文字比较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有差异就保留内容疑点，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不拿短窗口去对齐整句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157AD-BE36-4EEC-B459-34C5A05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实际 J076：约 2.04 秒停顿经试听确认后，才移除多余静音，调整为约 1 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EAE23-CE4D-4062-A00F-C16BF142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默认先用规则筛查。可选连接处分类模型仍缺独立真实缺陷验收，不能替代人工确认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CF7D6-4ACB-4326-99ED-9D7F477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信号检查与最终判断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6878A-CD6F-4368-A337-F088090B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85506-3FD8-45D8-BFD9-7ACFA229C55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14875"/>
                <a:gridCol w="378142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直接能计算的指标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当前检查条件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得到什么结果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采样点数量等于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记录已确认的严重错误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音量过小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归一化样本峰值 &lt; 0.003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幅度顶到上限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|样本值| ≥ 0.999 的占比 &gt; 0.2%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提示削波，记录信号错误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126A0-9CD2-4568-9E40-C5E8F14E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通过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该维度检查已完成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36574-7E3D-4ED1-87E0-37EADDA5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未查清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有疑点或检查未完成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52BDC-69BA-4820-89C5-F0D5B090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失败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已确认严重错误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CA9D-1128-4A54-B282-088A7425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报告记录音频 SHA256、模型版本和具体差异，音频一变就不能沿用旧结论。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68D4F-F6DC-484D-BE6B-FA132E3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“信号通过”只代表这些指标正常。整体还有疑点或未完成维度时，就继续保留未查清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07C2-1630-4CCA-9B72-F288692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创新三：哪里读错，就优先修哪里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5334C-FDAB-4492-9402-37406B0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DD75F-2950-4464-AAE3-55260D046F75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首章中的实际问题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这次怎样修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正文读完后又重复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留下完整正文，去掉后面的重复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不用把整章再生成一遍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两句之间停得太久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去掉已确认的多余无声部分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让连接处恢复到约 1 秒停顿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一个词开头读了几遍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Come on! 的读法重新生成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只增加一次生成请求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A5BA-3976-48D8-8B4C-9043406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这几处都已做局部试听确认，原始录音仍然保留。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1A40-67A6-4BEA-8469-68F11AE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修复一个地方之后，还要听前后两句，防止修好这里、影响旁边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51903-AFDB-4FB2-A8FE-7F83F9A2100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5AB84-8241-446D-8975-8968B86BD7C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CD103-0FCF-486E-B6C4-82AB989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怎么控制重试：给制作过程设一个上限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C57C-5CD3-4CE8-ABA6-A75E953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AD18-857E-4CC5-8DA8-79A8280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事先设好：最多请求几次、修几次、补读多少字、用多长时间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F2B4-8D77-4639-9900-D26563F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确实需要重新读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只发送问题段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5310-38C0-4400-92FA-7255B17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先检查剩余额度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登记这次尝试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F7F9-E932-46A3-87EF-56606C1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请求语音服务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6360-A067-40F9-8C08-DB74148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失败的一次也记下来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B630-E329-474B-A3F8-8CA5A1B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避免网络或生成失败后反复重试，把次数悄悄用完。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上限到了就停止追加，把仍未解决的问题列出来。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83BC-F8F7-4F45-A6D8-73AB7A0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目前按次数、文字量和时间控制，尚未直接计算花了多少元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30846-DE09-43E9-B6BC-C7C2F37B75E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4156-F745-4D77-92B2-DF6CD453F89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611C-76FF-4C45-8544-5CAF200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怎么判断修好了：新旧版本一起比较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BE481-1C6F-4E99-BB7B-3F7EFD6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B25C-8B9B-4DB1-A077-01DE7F9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D8923-7EC2-439E-9F5C-12EAD68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修改后的这一句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5C45-7652-46DD-AFE9-CB4B9F9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3176E-B86E-49E6-BCAF-84FBB6A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先看原来正确的部分有没有受影响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4996-6E8C-4C97-831C-876F1B7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内容不能少读或多读，原来通过的检查还要继续通过。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这一句和前后句的连接也要重新检查。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36DE-C28C-41B4-8305-F30D13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再看这次修改有没有解决问题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24CBF-325D-4965-B7F2-88FB064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程序确认有改善，才采用新版本。没有改善就继续保留原件。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像“声音是否适合人物”这样的问题，仍要靠人试听。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C54A9-D904-4BA9-8778-EE74E34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只修一个问题段，也要一起检查它的前后两句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A883-1C65-4261-8F9B-4104165A82D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2292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375D6-3A37-404D-BC13-2073245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具体例子：读完又重复，怎样安全去掉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00AB2-E619-4299-B856-1C6C65E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0FB-CB6F-4777-BDA3-C1D5AEA7A05B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然后怎样处理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原文应该读的部分已经完整读完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找正文与多余重复之间的停顿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前半段内容完整，后半段只有多余重复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把两部分分别转成文字，再次核对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切的位置不会伤到正常发音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两边留出 0.1 秒保护，只去掉多余尾段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3B5F-64F6-4BC3-BEA0-E30DBA3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原文该读的部分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16F49-591D-4E69-9C38-340D7ED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291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多出来的重复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确认后再去掉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1477B-2E6F-431C-AC15-E862A9D9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停顿处切开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EF497-8645-4D52-9BDC-9FD3585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默认先让人复核，只有条件明确且用户开启自动处理时才自动采用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167A4-6940-477E-BBE6-9DCE1D04640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B9A33-1144-42EC-B9B3-705659A91AE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70466-D709-4AAE-91C6-9BFF8B7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原音和修改版都保存，随时能查清改了什么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0F52E-2EF5-427A-9992-D4D787C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114A-BC2A-4295-804B-E79E868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生成时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记下正文和声音设置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88A1-87B0-4C64-8225-8D5FA3F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保存原始录音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1E7B-1D77-45AB-AA84-7E18FB1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另存新版本和修改记录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AF42E-B3B2-4A22-9AD3-C02A18E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同样的内容和设置，可以复用已有录音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0FCA0-23AE-4602-BBB1-8142CBE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调语速、剪重复等处理另存文件，原来的录音不会被覆盖。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最后按顺序拼成整章，并检查音频和检查单是否对应。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BC5BF-FACB-44E9-BAA0-C445B85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例如：R039 去掉多余重复后，仍能找到修改前的录音进行比较。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456DE-E364-4CAB-896D-0943C3E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每份文件都有唯一校验记录，避免拿旧音频的试听结论套在新版本上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B764-09E2-4B79-8C22-CC23E22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实际完成的案例：《Flipped》首章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9DB6-B22C-45CF-B120-63AD884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5601-1181-4626-A74E-4339362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B524-E104-454D-AC45-E9EF97E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F3A4D-1F29-4E75-86AC-B79188C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5208-C7FB-4A4A-8127-DEA58CD4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人物与角色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4B819-AED2-4ADC-B844-17BFEF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BEC9-2865-41B5-84EA-482A4E1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生成的小段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B29C-3B74-401F-A201-7500D00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FB43-C348-4FCF-9EA2-4D7B5EE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小段连接处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FD81A-E144-4D20-A375-9AD477A49BFA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已经做了什么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秒的原始版本，保留原音频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 Bryce 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根据已确认的参考音，增加 67 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修正具体问题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处理重复和长停顿等问题，最新版本约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1A20F-C945-4341-A266-01FCECD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版本时长不同，不能直接说明谁更好，已确认的局部也不代表整章全部通过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DEB9-A29A-4371-9732-2E47045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哪些问题已经试听确认修好了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DB75B-3369-4C38-A58B-E659450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B49C-37F2-4B03-BFB9-7B7BB57AC84E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做了什么修改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已经确认的范围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句尾重复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留下完整正文，删多余重复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保留的正常语音没改，局部试听通过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多读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只留下原文要求的三次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前后片段已核对，局部试听通过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停顿太长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只剪掉多余的无声部分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两句之间约 1 秒，试听通过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开头反复读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改用 Come on! 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发音及与前后句的连接试听通过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07C3-6528-4CC9-8299-4CDABDE0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已保存 10 个试听接受的修复案例，全部来自同一本书的同一章。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1EDC0-D143-44CD-A0B9-F06E51C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这些案例能说明具体怎么修，还不能算出对其他书籍的修复成功率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B0E8B-3C4F-4076-8F51-C689DBE777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0E8F2-4273-455B-8537-FB2D813F4FB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B01C0-767D-498F-84EE-9C813E2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让人少重复听，接下来再验证人物好不好认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09158-1CBD-48E0-AA7E-16CACEE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1B22-1C25-429C-AF37-8FC5E2C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条问题提示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A5457-4685-4756-843A-C1B5F5F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整理为 48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9F51-29FD-415B-8C2F-1316D39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合成 9 段试听内容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B25C-7EBD-46B8-B05E-D7C1F1E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同一段录音被反复提示，就合在一起听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45DC4-FAAA-4774-8274-5878149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每个问题都保留，只合并重复的试听范围。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原来重叠片段加起来约 27 分钟，合并后约 16 分钟。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36-7261-4E94-9241-EE6976B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“听出是谁”的题目已经准备好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5F005-E775-4714-91D9-5851CEC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道题，使用九段已做试听检查的录音。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目前还没有听众答题结果，不能说自动分配已经更容易辨认。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939C-E1B8-4342-8982-B9A1F60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本批自动分配与随机分配恰好相同，不能用这批材料比较二者优劣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445C4-FAA4-4BE8-A40A-32E6B7D22E1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A7C0-F573-49F2-A58C-3CEAB3E2678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25964-1ECA-44D5-AA17-7AB76D376CE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D0EB-55C3-4253-A2C3-B76200E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网页操作保护：重新拆分后，要重新确认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BDBA-FB01-420F-8684-8A29C5E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E6E52-2F9A-4749-8D82-E2EEE679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选择要做的章节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B010F-FCDE-4B0E-84C2-3E036D6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重新拆分文字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旧的确认立即失效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B04D-3F15-4E1F-BF8F-CA5876B2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检查人物和声音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重新点击确认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B649A-F229-4696-99D5-13303C5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开始生成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查看和下载结果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F285-5B26-4676-8779-6862B26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避免“内容已改，仍按旧安排生成”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E659A-BB73-4F27-9C68-53234D6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重新拆分时，不能拿上一次的确认继续生成。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同一本书的保存、确认和开始生成，程序会协调顺序，避免互相冲突。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EF781-47EA-4365-AAE3-7A1303C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关闭进度显示，也不会把仍在工作的任务误当成已经结束。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EB0D-F226-43EF-BB25-D8610F9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后台流程已经测试，新控件在浏览器中的实际操作体验仍需最后确认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9048C-8C59-4301-BD7C-FDF7F18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现在做到哪一步，接下来先做什么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8074-A517-4A57-80CB-17B6CCB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63E6-A9DB-4026-857D-F526719547FC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目前已经做了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整套制作流程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选章节、分人物、选声音、生成和查问题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先把 MiMo 网页使用流程做好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实际使用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完成首章生成，修过重复和长停顿等问题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完成这一版整章试听，再扩大使用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有修复案例，也有 36 道人物辨认题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换更多书，找听众做比较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其他语音服务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原转换器支持多种服务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新的适配与论文实验暂缓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88A46-5805-41D8-8440-6BBC15B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最近保存的程序测试：674 项，644 项通过，30 项因环境跳过。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5AFE-A345-457E-A0C2-8942BBB6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程序测试说明功能运行情况，实际听感和论文效果还需要另外验证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2026-10-18T07:37:25.1830000Z</dcterms:created>
  <dcterms:modified xsi:type="dcterms:W3CDTF">2026-10-18T07:37:25.1830000Z</dcterms:modified>
</coreProperties>
</file>