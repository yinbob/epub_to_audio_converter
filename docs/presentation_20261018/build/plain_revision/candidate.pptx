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18249d60684fc4" /><Relationship Type="http://schemas.openxmlformats.org/officeDocument/2006/relationships/extended-properties" Target="/docProps/app.xml" Id="Rec7be1996650409a" /><Relationship Type="http://schemas.openxmlformats.org/officeDocument/2006/relationships/officeDocument" Target="/ppt/presentation.xml" Id="R1ce65f08b44441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2a99ab62d447e6"/>
  </p:sldMasterIdLst>
  <p:notesMasterIdLst>
    <p:notesMasterId xmlns:r="http://schemas.openxmlformats.org/officeDocument/2006/relationships" r:id="R6b5fef9bb81945a7"/>
  </p:notesMasterIdLst>
  <p:sldIdLst>
    <p:sldId xmlns:r="http://schemas.openxmlformats.org/officeDocument/2006/relationships" id="256" r:id="R440c53e77dc940bd"/>
    <p:sldId xmlns:r="http://schemas.openxmlformats.org/officeDocument/2006/relationships" id="257" r:id="Rbad5eaea2e744bca"/>
    <p:sldId xmlns:r="http://schemas.openxmlformats.org/officeDocument/2006/relationships" id="258" r:id="Re860b9d706fa4500"/>
    <p:sldId xmlns:r="http://schemas.openxmlformats.org/officeDocument/2006/relationships" id="259" r:id="R51fcda7668b041ce"/>
    <p:sldId xmlns:r="http://schemas.openxmlformats.org/officeDocument/2006/relationships" id="260" r:id="R8be45e9496d04a00"/>
    <p:sldId xmlns:r="http://schemas.openxmlformats.org/officeDocument/2006/relationships" id="261" r:id="Rc3c652671013439f"/>
    <p:sldId xmlns:r="http://schemas.openxmlformats.org/officeDocument/2006/relationships" id="262" r:id="Ra39b795158b84a50"/>
    <p:sldId xmlns:r="http://schemas.openxmlformats.org/officeDocument/2006/relationships" id="263" r:id="R0c41a71585f14c80"/>
    <p:sldId xmlns:r="http://schemas.openxmlformats.org/officeDocument/2006/relationships" id="264" r:id="R11cfc8bb16374e23"/>
    <p:sldId xmlns:r="http://schemas.openxmlformats.org/officeDocument/2006/relationships" id="265" r:id="Rf092c3e7e0ec41a3"/>
    <p:sldId xmlns:r="http://schemas.openxmlformats.org/officeDocument/2006/relationships" id="266" r:id="R6fc5c82905e646f0"/>
    <p:sldId xmlns:r="http://schemas.openxmlformats.org/officeDocument/2006/relationships" id="267" r:id="R2b1ecaa78c6b4e46"/>
    <p:sldId xmlns:r="http://schemas.openxmlformats.org/officeDocument/2006/relationships" id="268" r:id="Rbcb4a3d0b8fd4df6"/>
    <p:sldId xmlns:r="http://schemas.openxmlformats.org/officeDocument/2006/relationships" id="269" r:id="Rf37fa1c30da14d34"/>
    <p:sldId xmlns:r="http://schemas.openxmlformats.org/officeDocument/2006/relationships" id="270" r:id="Rd3f1c922f0e4442e"/>
    <p:sldId xmlns:r="http://schemas.openxmlformats.org/officeDocument/2006/relationships" id="271" r:id="R820348932bd244fc"/>
    <p:sldId xmlns:r="http://schemas.openxmlformats.org/officeDocument/2006/relationships" id="272" r:id="Rb912c8f7611d45e4"/>
    <p:sldId xmlns:r="http://schemas.openxmlformats.org/officeDocument/2006/relationships" id="273" r:id="Re904672ae8924bf9"/>
    <p:sldId xmlns:r="http://schemas.openxmlformats.org/officeDocument/2006/relationships" id="274" r:id="R72f3838c7dba48e6"/>
    <p:sldId xmlns:r="http://schemas.openxmlformats.org/officeDocument/2006/relationships" id="275" r:id="R27378285155e47b6"/>
    <p:sldId xmlns:r="http://schemas.openxmlformats.org/officeDocument/2006/relationships" id="276" r:id="Rea5c467765274031"/>
    <p:sldId xmlns:r="http://schemas.openxmlformats.org/officeDocument/2006/relationships" id="277" r:id="R833bd452b96d4a29"/>
    <p:sldId xmlns:r="http://schemas.openxmlformats.org/officeDocument/2006/relationships" id="278" r:id="R5e847da6af914bc6"/>
    <p:sldId xmlns:r="http://schemas.openxmlformats.org/officeDocument/2006/relationships" id="279" r:id="R6439e6b8333847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4970833fbc420a" /><Relationship Type="http://schemas.openxmlformats.org/officeDocument/2006/relationships/slideMaster" Target="/ppt/slideMasters/slideMaster1.xml" Id="R642a99ab62d447e6" /><Relationship Type="http://schemas.openxmlformats.org/officeDocument/2006/relationships/notesMaster" Target="/ppt/notesMasters/notesMaster1.xml" Id="R6b5fef9bb81945a7" /><Relationship Type="http://schemas.openxmlformats.org/officeDocument/2006/relationships/presProps" Target="/ppt/presProps.xml" Id="R242d7998af924155" /><Relationship Type="http://schemas.openxmlformats.org/officeDocument/2006/relationships/tableStyles" Target="/ppt/tableStyles.xml" Id="R3984a1aeb76b4384" /><Relationship Type="http://schemas.openxmlformats.org/officeDocument/2006/relationships/slide" Target="/ppt/slides/slide1.xml" Id="R440c53e77dc940bd" /><Relationship Type="http://schemas.openxmlformats.org/officeDocument/2006/relationships/slide" Target="/ppt/slides/slide2.xml" Id="Rbad5eaea2e744bca" /><Relationship Type="http://schemas.openxmlformats.org/officeDocument/2006/relationships/slide" Target="/ppt/slides/slide3.xml" Id="Re860b9d706fa4500" /><Relationship Type="http://schemas.openxmlformats.org/officeDocument/2006/relationships/slide" Target="/ppt/slides/slide4.xml" Id="R51fcda7668b041ce" /><Relationship Type="http://schemas.openxmlformats.org/officeDocument/2006/relationships/slide" Target="/ppt/slides/slide5.xml" Id="R8be45e9496d04a00" /><Relationship Type="http://schemas.openxmlformats.org/officeDocument/2006/relationships/slide" Target="/ppt/slides/slide6.xml" Id="Rc3c652671013439f" /><Relationship Type="http://schemas.openxmlformats.org/officeDocument/2006/relationships/slide" Target="/ppt/slides/slide7.xml" Id="Ra39b795158b84a50" /><Relationship Type="http://schemas.openxmlformats.org/officeDocument/2006/relationships/slide" Target="/ppt/slides/slide8.xml" Id="R0c41a71585f14c80" /><Relationship Type="http://schemas.openxmlformats.org/officeDocument/2006/relationships/slide" Target="/ppt/slides/slide9.xml" Id="R11cfc8bb16374e23" /><Relationship Type="http://schemas.openxmlformats.org/officeDocument/2006/relationships/slide" Target="/ppt/slides/slide10.xml" Id="Rf092c3e7e0ec41a3" /><Relationship Type="http://schemas.openxmlformats.org/officeDocument/2006/relationships/slide" Target="/ppt/slides/slide11.xml" Id="R6fc5c82905e646f0" /><Relationship Type="http://schemas.openxmlformats.org/officeDocument/2006/relationships/slide" Target="/ppt/slides/slide12.xml" Id="R2b1ecaa78c6b4e46" /><Relationship Type="http://schemas.openxmlformats.org/officeDocument/2006/relationships/slide" Target="/ppt/slides/slide13.xml" Id="Rbcb4a3d0b8fd4df6" /><Relationship Type="http://schemas.openxmlformats.org/officeDocument/2006/relationships/slide" Target="/ppt/slides/slide14.xml" Id="Rf37fa1c30da14d34" /><Relationship Type="http://schemas.openxmlformats.org/officeDocument/2006/relationships/slide" Target="/ppt/slides/slide15.xml" Id="Rd3f1c922f0e4442e" /><Relationship Type="http://schemas.openxmlformats.org/officeDocument/2006/relationships/slide" Target="/ppt/slides/slide16.xml" Id="R820348932bd244fc" /><Relationship Type="http://schemas.openxmlformats.org/officeDocument/2006/relationships/slide" Target="/ppt/slides/slide17.xml" Id="Rb912c8f7611d45e4" /><Relationship Type="http://schemas.openxmlformats.org/officeDocument/2006/relationships/slide" Target="/ppt/slides/slide18.xml" Id="Re904672ae8924bf9" /><Relationship Type="http://schemas.openxmlformats.org/officeDocument/2006/relationships/slide" Target="/ppt/slides/slide19.xml" Id="R72f3838c7dba48e6" /><Relationship Type="http://schemas.openxmlformats.org/officeDocument/2006/relationships/slide" Target="/ppt/slides/slide20.xml" Id="R27378285155e47b6" /><Relationship Type="http://schemas.openxmlformats.org/officeDocument/2006/relationships/slide" Target="/ppt/slides/slide21.xml" Id="Rea5c467765274031" /><Relationship Type="http://schemas.openxmlformats.org/officeDocument/2006/relationships/slide" Target="/ppt/slides/slide22.xml" Id="R833bd452b96d4a29" /><Relationship Type="http://schemas.openxmlformats.org/officeDocument/2006/relationships/slide" Target="/ppt/slides/slide23.xml" Id="R5e847da6af914bc6" /><Relationship Type="http://schemas.openxmlformats.org/officeDocument/2006/relationships/slide" Target="/ppt/slides/slide24.xml" Id="R6439e6b8333847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ba03f40cb54d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3a944a4f704eef" /><Relationship Type="http://schemas.openxmlformats.org/officeDocument/2006/relationships/notesMaster" Target="/ppt/notesMasters/notesMaster1.xml" Id="R753f23664b8647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21e5fe9d224dab" /><Relationship Type="http://schemas.openxmlformats.org/officeDocument/2006/relationships/notesMaster" Target="/ppt/notesMasters/notesMaster1.xml" Id="R0d5482ae170549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7c5b0146db4bf5" /><Relationship Type="http://schemas.openxmlformats.org/officeDocument/2006/relationships/notesMaster" Target="/ppt/notesMasters/notesMaster1.xml" Id="Ra7db53d5835f47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45a2c8ff1f4159" /><Relationship Type="http://schemas.openxmlformats.org/officeDocument/2006/relationships/notesMaster" Target="/ppt/notesMasters/notesMaster1.xml" Id="Rf167dee96b9b4b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386058b37647ae" /><Relationship Type="http://schemas.openxmlformats.org/officeDocument/2006/relationships/notesMaster" Target="/ppt/notesMasters/notesMaster1.xml" Id="R6646b7ddacb143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56a6bce1d44188" /><Relationship Type="http://schemas.openxmlformats.org/officeDocument/2006/relationships/notesMaster" Target="/ppt/notesMasters/notesMaster1.xml" Id="Rf680485bf43a40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88a1cc19004346" /><Relationship Type="http://schemas.openxmlformats.org/officeDocument/2006/relationships/notesMaster" Target="/ppt/notesMasters/notesMaster1.xml" Id="Rd23c9b11afa04f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d1a0dcfc7d46b4" /><Relationship Type="http://schemas.openxmlformats.org/officeDocument/2006/relationships/notesMaster" Target="/ppt/notesMasters/notesMaster1.xml" Id="R3b9ee718ffd544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2d293e99ad4987" /><Relationship Type="http://schemas.openxmlformats.org/officeDocument/2006/relationships/notesMaster" Target="/ppt/notesMasters/notesMaster1.xml" Id="R689b909a35ed48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18270c8a5b4c10" /><Relationship Type="http://schemas.openxmlformats.org/officeDocument/2006/relationships/notesMaster" Target="/ppt/notesMasters/notesMaster1.xml" Id="R9387638dd2224a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501f977b0641e4" /><Relationship Type="http://schemas.openxmlformats.org/officeDocument/2006/relationships/notesMaster" Target="/ppt/notesMasters/notesMaster1.xml" Id="Rf32df0554cc24b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2975d0975740bc" /><Relationship Type="http://schemas.openxmlformats.org/officeDocument/2006/relationships/notesMaster" Target="/ppt/notesMasters/notesMaster1.xml" Id="Rd99846763be24b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551c1a6b2c4708" /><Relationship Type="http://schemas.openxmlformats.org/officeDocument/2006/relationships/notesMaster" Target="/ppt/notesMasters/notesMaster1.xml" Id="Rfc1a1fa4fd8b40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3effc3ca76494e" /><Relationship Type="http://schemas.openxmlformats.org/officeDocument/2006/relationships/notesMaster" Target="/ppt/notesMasters/notesMaster1.xml" Id="R791df8632a1945f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5989cb79794364" /><Relationship Type="http://schemas.openxmlformats.org/officeDocument/2006/relationships/notesMaster" Target="/ppt/notesMasters/notesMaster1.xml" Id="Rf6c57dfbb04741c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f2e918b59bf4348" /><Relationship Type="http://schemas.openxmlformats.org/officeDocument/2006/relationships/notesMaster" Target="/ppt/notesMasters/notesMaster1.xml" Id="R93299fe301eb49a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9fa6ded95924c86" /><Relationship Type="http://schemas.openxmlformats.org/officeDocument/2006/relationships/notesMaster" Target="/ppt/notesMasters/notesMaster1.xml" Id="Rf886dbc7f047466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9717fe2110445e8" /><Relationship Type="http://schemas.openxmlformats.org/officeDocument/2006/relationships/notesMaster" Target="/ppt/notesMasters/notesMaster1.xml" Id="R15de615bc49e452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2ec870b15c44eaa" /><Relationship Type="http://schemas.openxmlformats.org/officeDocument/2006/relationships/notesMaster" Target="/ppt/notesMasters/notesMaster1.xml" Id="R2fde9ee97cff4f2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8f39d6a60814536" /><Relationship Type="http://schemas.openxmlformats.org/officeDocument/2006/relationships/notesMaster" Target="/ppt/notesMasters/notesMaster1.xml" Id="R14995388f17a4d0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68ff4efb7f5465e" /><Relationship Type="http://schemas.openxmlformats.org/officeDocument/2006/relationships/notesMaster" Target="/ppt/notesMasters/notesMaster1.xml" Id="R781f005e48f4400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f0b8923b35540bf" /><Relationship Type="http://schemas.openxmlformats.org/officeDocument/2006/relationships/notesMaster" Target="/ppt/notesMasters/notesMaster1.xml" Id="Rc7b884448619451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3c41846d57345f4" /><Relationship Type="http://schemas.openxmlformats.org/officeDocument/2006/relationships/notesMaster" Target="/ppt/notesMasters/notesMaster1.xml" Id="R9205b8e582834be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b6e93b8cc7d41da" /><Relationship Type="http://schemas.openxmlformats.org/officeDocument/2006/relationships/notesMaster" Target="/ppt/notesMasters/notesMaster1.xml" Id="R2df0aa2f0c0f47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图片：docs/presentation_build/assets/home.png，2026-10-12既有项目界面截图，仅展示产品形态，非最新控件验收。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/Users/yinzh/PycharmProjects/EPUB_to_Audio_Converter-1/docs/论文创新点与实现方案.md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/Users/yinzh/PycharmProjects/EPUB_to_Audio_Converter-1/docs/validation/narration_identity_20261017/README.md</a:t>
            </a:r>
          </a:p>
          <a:p xmlns:a="http://schemas.openxmlformats.org/drawingml/2006/main">
            <a:r>
              <a:t>/Users/yinzh/PycharmProjects/EPUB_to_Audio_Converter-1/audiobook_generator/role_script/validator.py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S 表示本章原文。source_span 使用半开区间 [start,end)。严格来源校验要求切片内容与分段完全一致、区间连续且覆盖全章。角色归属的引文同样需要切片验证。该机制保证结构与引文可追溯，不能保证模型对说话人语义判断必然正确。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/Users/yinzh/PycharmProjects/EPUB_to_Audio_Converter-1/audiobook_generator/role_script/validator.py</a:t>
            </a:r>
          </a:p>
          <a:p xmlns:a="http://schemas.openxmlformats.org/drawingml/2006/main">
            <a:r>
              <a:t>/Users/yinzh/PycharmProjects/EPUB_to_Audio_Converter-1/docs/validation/narration_identity_20261017/README.md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/Users/yinzh/PycharmProjects/EPUB_to_Audio_Converter-1/audiobook_generator/audio_core/reading.py</a:t>
            </a:r>
          </a:p>
          <a:p xmlns:a="http://schemas.openxmlformats.org/drawingml/2006/main">
            <a:r>
              <a:t>/Users/yinzh/PycharmProjects/EPUB_to_Audio_Converter-1/audiobook_generator/audio_core/english_reading.py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/Users/yinzh/PycharmProjects/EPUB_to_Audio_Converter-1/docs/MiMo混合选角使用与验收.md</a:t>
            </a:r>
          </a:p>
          <a:p xmlns:a="http://schemas.openxmlformats.org/drawingml/2006/main">
            <a:r>
              <a:t>/Users/yinzh/PycharmProjects/EPUB_to_Audio_Converter-1/audiobook_generator/audio_core/casting.py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每个声音至少具有两条共同探针，先核验合成结果再允许进入声音库。对相同文本分别比较两种声音的声纹向量，计算余弦距离。跨文本汇总采用均值减0.25倍标准差，并截断为非负值。常数为当前实现值，不代表最优超参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/Users/yinzh/PycharmProjects/EPUB_to_Audio_Converter-1/audiobook_generator/audio_core/casting.py</a:t>
            </a:r>
          </a:p>
          <a:p xmlns:a="http://schemas.openxmlformats.org/drawingml/2006/main">
            <a:r>
              <a:t>/Users/yinzh/PycharmProjects/EPUB_to_Audio_Converter-1/docs/MiMo混合选角使用与验收.md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w_ij 是角色 i、j 连续对话切换次数，旁白或至少1.5秒停顿会断开链条。f(i) 是分配的声音，P 是人工审查的角色适配惩罚，M 是相对初始分配的换声数。目标函数系数0.25、0.1、0.05是代码当前配置。完整候选空间不超过4096时精确枚举，否则按加权度贪心并最多20轮局部改配或交换。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/Users/yinzh/PycharmProjects/EPUB_to_Audio_Converter-1/audiobook_generator/audio_core/casting.py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/Users/yinzh/PycharmProjects/EPUB_to_Audio_Converter-1/docs/MiMo参考音克隆接入与验收.md</a:t>
            </a:r>
          </a:p>
          <a:p xmlns:a="http://schemas.openxmlformats.org/drawingml/2006/main">
            <a:r>
              <a:t>/Users/yinzh/PycharmProjects/EPUB_to_Audio_Converter-1/docs/MiMo混合选角使用与验收.md</a:t>
            </a:r>
          </a:p>
          <a:p xmlns:a="http://schemas.openxmlformats.org/drawingml/2006/main">
            <a:r>
              <a:t>/Users/yinzh/PycharmProjects/EPUB_to_Audio_Converter-1/audiobook_generator/tts_providers/mimo_voice.py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内容对齐采用动态规划编辑距离，中文按字、英文按词。S/D/I/N分别为替换/删除/插入/参考单位数。声纹漂移比较当前音频与角色参考，不同于选角阶段跨声音探针比较。接缝使用端点跳变、RMS差、频谱距离、语音端点、两侧静音、计划停顿和是否同一说话人共9维特征。可选多标签逻辑模型接口已实现，但本页不声称已得到真实数据泛化收益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/Users/yinzh/PycharmProjects/EPUB_to_Audio_Converter-1/audiobook_generator/audio_core/boundary_model.py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/Users/yinzh/PycharmProjects/EPUB_to_Audio_Converter-1/audiobook_generator/audio_core/store.py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ArtifactStore使用SQLite。reserve在BEGIN IMMEDIATE事务内读取本次run的全部请求记录并检查次数、追加字符与已用时间，再插入running记录。失败与未完成记录也计入消耗，settle只更新状态。时间上限是请求发起前及修复前的检查，不宣称是操作系统级实时硬截止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/Users/yinzh/PycharmProjects/EPUB_to_Audio_Converter-1/audiobook_generator/audio_core/store.py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/Users/yinzh/PycharmProjects/EPUB_to_Audio_Converter-1/audiobook_generator/audio_core/repair.py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对应pipeline.preserves_checks与attempt_repair。复检范围是目标分块和左右相邻接缝。候选不能新增已确认严重错误，原passed维度仍须passed，已有内容对齐误差不能增加。随后对本块与边界报告的rank各分量求和，按Python元组字典序比较，只有严格改善才采用。重分块候选还必须通过内部接缝的内容与信号检查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/Users/yinzh/PycharmProjects/EPUB_to_Audio_Converter-1/docs/MiMo尾部重复检测与裁切.md</a:t>
            </a:r>
          </a:p>
          <a:p xmlns:a="http://schemas.openxmlformats.org/drawingml/2006/main">
            <a:r>
              <a:t>/Users/yinzh/PycharmProjects/EPUB_to_Audio_Converter-1/audiobook_generator/audio_core/tail_repeat.py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/Users/yinzh/PycharmProjects/EPUB_to_Audio_Converter-1/audiobook_generator/audio_core/store.py</a:t>
            </a:r>
          </a:p>
          <a:p xmlns:a="http://schemas.openxmlformats.org/drawingml/2006/main">
            <a:r>
              <a:t>/Users/yinzh/PycharmProjects/EPUB_to_Audio_Converter-1/audiobook_generator/audio_core/audio.py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  <a:p xmlns:a="http://schemas.openxmlformats.org/drawingml/2006/main">
            <a:r>
              <a:t>/Users/yinzh/PycharmProjects/EPUB_to_Audio_Converter-1/docs/MiMo尾部重复检测与裁切.md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  <a:p xmlns:a="http://schemas.openxmlformats.org/drawingml/2006/main">
            <a:r>
              <a:t>/Users/yinzh/PycharmProjects/EPUB_to_Audio_Converter-1/audiobook_generator/audio_core/review_queue.py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/Users/yinzh/PycharmProjects/EPUB_to_Audio_Converter-1/docs/validation/role_resplit_guard_20261018/README.md</a:t>
            </a:r>
          </a:p>
          <a:p xmlns:a="http://schemas.openxmlformats.org/drawingml/2006/main">
            <a:r>
              <a:t>/Users/yinzh/PycharmProjects/EPUB_to_Audio_Converter-1/docs/validation/webui_spawn_workflow_20261017/README.md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/Users/yinzh/PycharmProjects/EPUB_to_Audio_Converter-1/docs/validation/role_resplit_guard_20261018/README.md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b4c3ffafec402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da6d6035c04a9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8e6d652c3e496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15475417c44d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4a16ae36294ce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aee12e25bd48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051D5A-C154-4A1B-80CB-44467202B1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634F89C-1E0C-436D-9F15-ED624DB914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F04783A-E445-4D83-875E-59A0DDACAB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7743FD-0021-469A-A1E6-4CF541D83E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9991709-074D-4258-8BDA-E9CE2EA373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E86B0B-F572-435B-9E69-FC72F9316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779511-7F2D-4CA9-8FEE-36A5DADB90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08A53BE-8BEC-48D3-B083-2507CAB2AE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DFC57A-FBE1-428B-9F6B-8E47CFA76E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815CE8-FA01-4762-9850-D4E0CD0044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682aa23bed4b41" /><Relationship Type="http://schemas.openxmlformats.org/officeDocument/2006/relationships/slideLayout" Target="/ppt/slideLayouts/slideLayout1.xml" Id="R362ea17ec6db4d5b" /><Relationship Type="http://schemas.openxmlformats.org/officeDocument/2006/relationships/slideLayout" Target="/ppt/slideLayouts/slideLayout2.xml" Id="R0bb34671b2d142e2" /><Relationship Type="http://schemas.openxmlformats.org/officeDocument/2006/relationships/slideLayout" Target="/ppt/slideLayouts/slideLayout3.xml" Id="Rb86a80ad76f1453a" /><Relationship Type="http://schemas.openxmlformats.org/officeDocument/2006/relationships/slideLayout" Target="/ppt/slideLayouts/slideLayout4.xml" Id="Rd31ba3bb80a94fb6" /><Relationship Type="http://schemas.openxmlformats.org/officeDocument/2006/relationships/slideLayout" Target="/ppt/slideLayouts/slideLayout5.xml" Id="R648b33a2935542eb" /><Relationship Type="http://schemas.openxmlformats.org/officeDocument/2006/relationships/slideLayout" Target="/ppt/slideLayouts/slideLayout6.xml" Id="Re7c075cd271b4b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2ea17ec6db4d5b"/>
    <p:sldLayoutId xmlns:r="http://schemas.openxmlformats.org/officeDocument/2006/relationships" id="2147483650" r:id="R0bb34671b2d142e2"/>
    <p:sldLayoutId xmlns:r="http://schemas.openxmlformats.org/officeDocument/2006/relationships" id="2147483651" r:id="Rb86a80ad76f1453a"/>
    <p:sldLayoutId xmlns:r="http://schemas.openxmlformats.org/officeDocument/2006/relationships" id="2147483652" r:id="Rd31ba3bb80a94fb6"/>
    <p:sldLayoutId xmlns:r="http://schemas.openxmlformats.org/officeDocument/2006/relationships" id="2147483653" r:id="R648b33a2935542eb"/>
    <p:sldLayoutId xmlns:r="http://schemas.openxmlformats.org/officeDocument/2006/relationships" id="2147483654" r:id="Re7c075cd271b4b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3c9ff3998a436a" /><Relationship Type="http://schemas.openxmlformats.org/officeDocument/2006/relationships/notesSlide" Target="/ppt/notesSlides/notesSlide1.xml" Id="R8db8751df35a40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74c1fd5fcb48cc" /><Relationship Type="http://schemas.openxmlformats.org/officeDocument/2006/relationships/image" Target="/ppt/media/image.jpeg" Id="R85fb674e64544c77" /><Relationship Type="http://schemas.openxmlformats.org/officeDocument/2006/relationships/notesSlide" Target="/ppt/notesSlides/notesSlide2.xml" Id="Rbdc96766aabc48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7ba748981c46be" /><Relationship Type="http://schemas.openxmlformats.org/officeDocument/2006/relationships/notesSlide" Target="/ppt/notesSlides/notesSlide3.xml" Id="R836e0a18768546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43d9732f8747f2" /><Relationship Type="http://schemas.openxmlformats.org/officeDocument/2006/relationships/notesSlide" Target="/ppt/notesSlides/notesSlide4.xml" Id="R0e85a600d98144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ccbc0310384068" /><Relationship Type="http://schemas.openxmlformats.org/officeDocument/2006/relationships/notesSlide" Target="/ppt/notesSlides/notesSlide5.xml" Id="R7f879a417b4842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59760de1f64e38" /><Relationship Type="http://schemas.openxmlformats.org/officeDocument/2006/relationships/notesSlide" Target="/ppt/notesSlides/notesSlide6.xml" Id="R87bf365cdfef45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1017f6f8e44962" /><Relationship Type="http://schemas.openxmlformats.org/officeDocument/2006/relationships/notesSlide" Target="/ppt/notesSlides/notesSlide7.xml" Id="R9254a779439344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4adc756936430c" /><Relationship Type="http://schemas.openxmlformats.org/officeDocument/2006/relationships/notesSlide" Target="/ppt/notesSlides/notesSlide8.xml" Id="R770b689e6c8a4a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75e03d43664ecf" /><Relationship Type="http://schemas.openxmlformats.org/officeDocument/2006/relationships/notesSlide" Target="/ppt/notesSlides/notesSlide9.xml" Id="R804fabb157a245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fdcf461dea45e7" /><Relationship Type="http://schemas.openxmlformats.org/officeDocument/2006/relationships/notesSlide" Target="/ppt/notesSlides/notesSlide10.xml" Id="R4b9596fc202f42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df38a1dcad4cd7" /><Relationship Type="http://schemas.openxmlformats.org/officeDocument/2006/relationships/notesSlide" Target="/ppt/notesSlides/notesSlide11.xml" Id="R53f29ce625cd4f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91b0ab54cb43e4" /><Relationship Type="http://schemas.openxmlformats.org/officeDocument/2006/relationships/notesSlide" Target="/ppt/notesSlides/notesSlide12.xml" Id="R57c0d1d6583144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23580155944070" /><Relationship Type="http://schemas.openxmlformats.org/officeDocument/2006/relationships/notesSlide" Target="/ppt/notesSlides/notesSlide13.xml" Id="R125a2c6954c146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ce0a8d95874506" /><Relationship Type="http://schemas.openxmlformats.org/officeDocument/2006/relationships/notesSlide" Target="/ppt/notesSlides/notesSlide14.xml" Id="R498bbaa570794ed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28396463af4e28" /><Relationship Type="http://schemas.openxmlformats.org/officeDocument/2006/relationships/notesSlide" Target="/ppt/notesSlides/notesSlide15.xml" Id="R4510296fd31a49a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be2ec06df24e68" /><Relationship Type="http://schemas.openxmlformats.org/officeDocument/2006/relationships/notesSlide" Target="/ppt/notesSlides/notesSlide16.xml" Id="R965371eeda324c4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f8937cc45747de" /><Relationship Type="http://schemas.openxmlformats.org/officeDocument/2006/relationships/notesSlide" Target="/ppt/notesSlides/notesSlide17.xml" Id="R1b658b5963384d6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f4823b8c9f47cd" /><Relationship Type="http://schemas.openxmlformats.org/officeDocument/2006/relationships/notesSlide" Target="/ppt/notesSlides/notesSlide18.xml" Id="Rb4e87f236a0e473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9549156dee4c19" /><Relationship Type="http://schemas.openxmlformats.org/officeDocument/2006/relationships/notesSlide" Target="/ppt/notesSlides/notesSlide19.xml" Id="R6f515b0790324d9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7f737bf85c40a4" /><Relationship Type="http://schemas.openxmlformats.org/officeDocument/2006/relationships/notesSlide" Target="/ppt/notesSlides/notesSlide20.xml" Id="R950dbe185b4145a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1c6b686eb44671" /><Relationship Type="http://schemas.openxmlformats.org/officeDocument/2006/relationships/notesSlide" Target="/ppt/notesSlides/notesSlide21.xml" Id="R264bf5e91df4443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f6774ba5d3499a" /><Relationship Type="http://schemas.openxmlformats.org/officeDocument/2006/relationships/notesSlide" Target="/ppt/notesSlides/notesSlide22.xml" Id="R33caae335bda491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f200847a2e4939" /><Relationship Type="http://schemas.openxmlformats.org/officeDocument/2006/relationships/notesSlide" Target="/ppt/notesSlides/notesSlide23.xml" Id="R39b523c566b341d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b2cbe5f93f4e23" /><Relationship Type="http://schemas.openxmlformats.org/officeDocument/2006/relationships/notesSlide" Target="/ppt/notesSlides/notesSlide24.xml" Id="Ra4467846bd264f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DBFC4-DE55-4C0A-85D2-ADECBC04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把电子书变成多角色有声书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A2C1D-B8DE-4411-8052-8EDA2E3F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FA7B5-05A3-4BEE-8118-0196FA64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我们做了什么，怎样做成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F04C8-3606-487A-B0C3-D1A5D24F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1047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rPr>
              <a:t>给不同人物安排声音</a:t>
            </a:r>
          </a:p>
          <a:p xmlns:a="http://schemas.openxmlformats.org/drawingml/2006/main">
            <a: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rPr>
              <a:t>找出读错的地方，尽量只修有问题的部分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9D15B-CF15-42D1-B23B-775C088D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97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rPr>
              <a:t>项目进展与改进思路    2026 年 10 月 18 日</a:t>
            </a:r>
          </a:p>
        </p:txBody>
      </p:sp>
    </p:spTree>
    <p:extLst>
      <p:ext uri="{BB962C8B-B14F-4D97-AF65-F5344CB8AC3E}">
        <p14:creationId xmlns:p14="http://schemas.microsoft.com/office/powerpoint/2010/main" val="12587120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D675C-9710-428A-BD12-8B9A717FB4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b674e64544c77"/>
          <a:stretch xmlns:a="http://schemas.openxmlformats.org/drawingml/2006/main"/>
        </p:blipFill>
        <p:spPr>
          <a:xfrm xmlns:a="http://schemas.openxmlformats.org/drawingml/2006/main">
            <a:off x="609600" y="1691271"/>
            <a:ext cx="6953250" cy="391360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DFAB1-72E5-4111-9D1F-F22C3C12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这个项目能帮我们做什么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C9C6B-19B8-4132-85C6-2B2699AF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C4826-CFDA-4739-ABE8-CE0B798A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52600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把书读成有声书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0F9AF-98F2-45EA-B36A-F8F5B711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19325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上传电子书、选择章节，</a:t>
            </a:r>
          </a:p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让旁白和不同人物分别朗读。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B4920-4058-49FA-AF29-52B21F15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14750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读错一小段，就修这一段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A5968-B3CF-4192-804A-64D17B19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81475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找到多读、漏读或停顿过长</a:t>
            </a:r>
          </a:p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的位置，尽量少重做整章。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BCF73-9E8B-46F0-B263-E0F7A5A6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左图是 10 月 12 日的实际界面，后续新增功能用流程图说明</a:t>
            </a:r>
          </a:p>
        </p:txBody>
      </p:sp>
    </p:spTree>
    <p:extLst>
      <p:ext uri="{BB962C8B-B14F-4D97-AF65-F5344CB8AC3E}">
        <p14:creationId xmlns:p14="http://schemas.microsoft.com/office/powerpoint/2010/main" val="1545605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1E133-C373-43A9-8C41-47351012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目前已经做成了哪些功能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DAD03-1AA5-4D97-AB5D-2007DE3A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0DA83-07D1-4B19-BB92-234880AE82CC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5429250"/>
                <a:gridCol w="3829050"/>
              </a:tblGrid>
              <a:tr h="635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制作步骤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已经能做什么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目前的情况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读入书籍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提取章节，整理人物和人物别名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支持中英文，允许人工修改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安排声音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选现成声音、用文字描述、模仿参考音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已选好的声音可以锁定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生成音频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逐段生成，保存结果，按顺序拼起来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新的整套流程目前接入 MiMo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检查与修正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找读错、长停顿、换声等疑点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已完成部分实际问题的修正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网页操作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选章节、确认配置、查看和下载结果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后台流程已做测试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83FED-B89D-45A0-9167-3215CDCF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原来的转换器仍支持多种语音服务，本轮重点做好 MiMo 的整套制作流程</a:t>
            </a:r>
          </a:p>
        </p:txBody>
      </p:sp>
    </p:spTree>
    <p:extLst>
      <p:ext uri="{BB962C8B-B14F-4D97-AF65-F5344CB8AC3E}">
        <p14:creationId xmlns:p14="http://schemas.microsoft.com/office/powerpoint/2010/main" val="64362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D33650-329C-48A1-BE4F-6338631D4E28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686800" y="49530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A24F84-AF3C-407B-99B6-030E4130C34A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791200" y="49530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A5720E-1FE6-49A5-B970-019674BBEEBB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895600" y="49530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5C2142-3507-4988-9853-6CC59058FCCF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752600" y="404812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20CB67-1F18-4943-B533-CE0221FDB3A0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2895600" y="35528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7A69AD-E314-4D7F-9600-C8E07E0762E9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5791200" y="35528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6DD5A5-D306-4727-AFD0-7A924967B310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8686800" y="35528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2967BC-AED6-4B30-87EA-F203462A27F2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0439400" y="2647950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F1380-B745-4A9A-B2DF-FE0A8181570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86800" y="2152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80295C-F6F4-479E-A964-DDCB97B8704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791200" y="2152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2EC70D-7BFD-4B87-A54F-C80512CAF875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95600" y="2152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E205E3-DB26-41E7-88EE-D41361E8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从上传书籍到下载音频，具体怎么走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7718B-EF1C-47BE-912C-26BBE48A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06979-7926-4FF4-8743-0920ADCB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 上传书籍</a:t>
            </a:r>
          </a:p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选择要朗读的章节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9759C-23CB-48B3-B1F5-8A9ABE43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2 找出说话的人</a:t>
            </a:r>
          </a:p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谁在讲故事或说话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E80DC-CA51-4269-8009-4020CC2B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5735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3 对照书中原文</a:t>
            </a:r>
          </a:p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核对是否漏字、改字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54BA5-BBEF-40D1-B085-FA389E93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5735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4 选声音并确认</a:t>
            </a:r>
          </a:p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试听声音，设置语速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9DC2E-AE94-4CF8-A197-76BED6C8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57525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5 整理实际读法</a:t>
            </a:r>
          </a:p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处理数字、缩写读法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D4B65-4469-4FE5-B424-086DFE15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57525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6 按句分成小段</a:t>
            </a:r>
          </a:p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记录人物和停顿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A8CC9-FE63-4122-A663-BC148183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57525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7 逐段生成并保存</a:t>
            </a:r>
          </a:p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MiMo 生成，可复用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82C08-F60E-4F32-8B34-B0D0F157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8 找出可疑问题</a:t>
            </a:r>
          </a:p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查漏读、重复和停顿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86968-813F-435E-9BA5-E43CB5F3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9 只修有问题的段</a:t>
            </a:r>
          </a:p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剪多余内容或重读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187AB3-89BB-4761-A71D-CC086896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577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10 再查前后两句</a:t>
            </a:r>
          </a:p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更好才保留新版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8C7889-CA98-4687-8915-47BAE30F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577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11 拼成整章音频</a:t>
            </a:r>
          </a:p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检查整章能否播放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DCF60-AD00-452F-AD71-B63BD38C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577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12 试听确认并下载</a:t>
            </a:r>
          </a:p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保留问题单和原音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E1252A-2B7D-457D-A5CC-BA752632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修复有次数和用时限制，拿不准的问题留给人工试听，不会当作已经通过</a:t>
            </a:r>
          </a:p>
        </p:txBody>
      </p:sp>
    </p:spTree>
    <p:extLst>
      <p:ext uri="{BB962C8B-B14F-4D97-AF65-F5344CB8AC3E}">
        <p14:creationId xmlns:p14="http://schemas.microsoft.com/office/powerpoint/2010/main" val="11685136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C4912-1CFF-4944-AE9C-EA85E5D4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三个创新方向，分别解决什么问题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C00E2-0E1F-47E9-82FA-919AB45B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EC180-FA23-4A2A-B186-48FAD3164305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362450"/>
                <a:gridCol w="4038600"/>
              </a:tblGrid>
              <a:tr h="8429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改进方向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项目中遇到的具体问题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我们的做法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谁讲故事，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就用谁的声音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《Flipped》人物用“我”讲故事，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部分文字曾被分给普通旁白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按本章原文找出讲述者，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让自述与本人对白共用声音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经常对话的人，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声音尽量不同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试用的合格英语声音只有两个，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给旁白留一个后，角色声音不够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常对话的人优先用不同声音，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不够时用固定描述补充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哪里读错，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就优先修哪里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R039 读完又重复，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J076 两句话之间停得太久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只处理问题段，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再检查前后句有没有受影响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3D584-FEF1-4EB1-A746-39B2516E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共同目标：少弄错说话的人，少重复生成，少让人反复试听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2C883-E2E4-4AFE-95CD-7119E623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已有文字归属修正和音频修复案例，声音分配是否更好认仍需听众比较</a:t>
            </a:r>
          </a:p>
        </p:txBody>
      </p:sp>
    </p:spTree>
    <p:extLst>
      <p:ext uri="{BB962C8B-B14F-4D97-AF65-F5344CB8AC3E}">
        <p14:creationId xmlns:p14="http://schemas.microsoft.com/office/powerpoint/2010/main" val="1883696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0A555-5B0F-432C-AAFF-25525B7B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创新一：谁讲故事，就用谁的声音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F2DAE-08AE-4496-9D97-AC15740D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7DFAF-26F3-48BC-899B-8AD717E5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7BFDB-9325-4FD5-BFBC-5557B30F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《Flipped》的两章分别由 Bryce 和 Juli 用“我”讲述。</a:t>
            </a:r>
          </a:p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早期拆分时，有些人物自述被当成了普通旁白。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BBB8B-26EE-4F99-81B6-4399E4C5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Bryce 讲故事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沿用 Bryce 的声音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7FEDE-1629-4AD6-B313-5AFE196F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Juli 讲故事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沿用 Juli 的声音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F7477-B668-43F1-9E85-1CA4D683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9092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换一章，</a:t>
            </a:r>
          </a:p>
          <a:p xmlns:a="http://schemas.openxmlformats.org/drawingml/2006/main">
            <a: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重新判断是谁在讲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B63B5-16BF-4A77-A42D-6378C621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已完成：两章的文字分配已修正，自述和本人对白共用声音配置。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6ADED-2DE3-49EB-9D5B-7DC815EE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这次检查确认的是文字和声音的分配，没有为这两章重新生成语音</a:t>
            </a:r>
          </a:p>
        </p:txBody>
      </p:sp>
    </p:spTree>
    <p:extLst>
      <p:ext uri="{BB962C8B-B14F-4D97-AF65-F5344CB8AC3E}">
        <p14:creationId xmlns:p14="http://schemas.microsoft.com/office/powerpoint/2010/main" val="10588039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DF630-CA71-4FB1-B315-7E17F3052EC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77125" y="2305050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38FE2-10C3-4CE6-9BDE-CA95C5180F8F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71850" y="2305050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5C002-9E8F-42BF-8567-DA6DD986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怎么做到：每一句都能回到书中核对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3109D-6666-4E16-9461-F8E45F09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FFA97-ADC6-46EF-B6E1-91836C0F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模型先判断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这句是谁在说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72E13-4E8B-4C82-941C-B61D0287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8478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程序对照原文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检查有没有漏字或改字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7ADE8-F06E-4758-AE78-FD38DDBB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478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找到人物后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使用已保存的声音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BA997-0946-4387-B7D1-E3201BB1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每一段都记住它在原书中的位置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249E5-F887-437E-8050-6DD28A5C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把所有小段拼回去，要能对应完整章节。</a:t>
            </a:r>
          </a:p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判断讲述者时，还要留下书里的原句，让人能检查理由。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2CDF6-51C5-4CFB-AC5C-30BA9E3C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找不到可靠依据时，先用普通旁白，并标出“需要复核”。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1E706-20A0-4A45-A551-8773F611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程序可以检查有没有漏字，但“到底是谁在说”仍可能需要人来确认</a:t>
            </a:r>
          </a:p>
        </p:txBody>
      </p:sp>
    </p:spTree>
    <p:extLst>
      <p:ext uri="{BB962C8B-B14F-4D97-AF65-F5344CB8AC3E}">
        <p14:creationId xmlns:p14="http://schemas.microsoft.com/office/powerpoint/2010/main" val="21036296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B1046-DBD6-4104-BFB0-EF53B587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书上怎么写，实际怎么读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46C8F-BC1F-496C-965C-EEA7302B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30CFF-3179-4A61-AD74-359C9139D9A1}"/>
              </a:ext>
            </a:extLst>
          </p:cNvPr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3305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476750"/>
                <a:gridCol w="3638550"/>
              </a:tblGrid>
              <a:tr h="66103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书上写的内容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可以怎样处理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为什么这样做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增长 3.5%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读成“增长百分之三点五”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让朗读更自然，保留原文不动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 books / twenty books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检查时允许这两种写法对应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避免把数字写法差异当成读错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C’mon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本次修复改用 Come on! 朗读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解决 R034 一个词开头反复读的问题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人名、编号、多音字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拿不准就保留，交给人试听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避免程序擅自改出新错误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E8BD1-8AE8-4E18-9BDE-84E8FAB4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06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书籍原文和“发给语音服务的读法”分开保存，修改有记录。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39260-A2D0-4C59-AA4B-C16A7C10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录音转成的文字相同，也不能证明多音字读对了，最终还要听声音</a:t>
            </a:r>
          </a:p>
        </p:txBody>
      </p:sp>
    </p:spTree>
    <p:extLst>
      <p:ext uri="{BB962C8B-B14F-4D97-AF65-F5344CB8AC3E}">
        <p14:creationId xmlns:p14="http://schemas.microsoft.com/office/powerpoint/2010/main" val="19037364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725E19-53A3-4BBC-A828-2317A8CC938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620000" y="396240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1316A-CDA3-4AF2-A6CC-E9254CCAD9F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396240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6758B-7A22-4996-8715-BC81BC85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创新二：经常对话的人，声音尽量不同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C1762-04F3-42F7-9F2E-3848665C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2F2CB-CFF4-4E5C-AC2A-5E2ABB2C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1000F-0F12-4D8F-987D-796C89F9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试用的英语声音库里，经过试听确认的现成声音只有 Mia 和 Chloe。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旁白占用一个后，就很难给其他人物各分一种声音。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8B9BA-A0F2-4CAC-9E5A-AB59AC97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048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对白多的角色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优先选现成声音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49CA9-679F-4FF3-91B5-4443DE65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76625"/>
            <a:ext cx="3048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其他角色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用固定文字描述声音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CA859-D613-4F56-B008-1326EF8E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76625"/>
            <a:ext cx="3048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经常互相说话的人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优先拉开声音差别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7FBA5-B320-4855-97D1-11D88525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实际试用：用文字设定两个角色的声音，六条录音经试听确认容易区分。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B5E893-B3AC-4128-AD0D-C3F53712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这里只确认了这两个角色的录音，还不能说自动分配一定比随机分配更好</a:t>
            </a:r>
          </a:p>
        </p:txBody>
      </p:sp>
    </p:spTree>
    <p:extLst>
      <p:ext uri="{BB962C8B-B14F-4D97-AF65-F5344CB8AC3E}">
        <p14:creationId xmlns:p14="http://schemas.microsoft.com/office/powerpoint/2010/main" val="6022901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CEDDC-7D68-466D-B304-4B266B801DB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77125" y="223837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FD88D-E6AD-496D-A2EE-98C8B3343C03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71850" y="223837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6100E-9745-4142-913E-4D2A48F5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怎么做到：先让不同声音读同样的句子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F5B96-A2C4-4821-B0CD-8BD429E6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23434-4662-4FCD-8DA9-84E83017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准备相同的试听句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每种声音至少读两句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3DC6F-8C15-427C-AB7D-B372A5B2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78117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先听内容是否完整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再记录声音特点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80DC0-B890-43B5-8FB0-AB77EEA5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8117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比较不同声音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是否容易听成同一个人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2A066-7A55-4D83-9515-0515D8FD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为什么要读相同的句子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45169-6FC0-4FA4-A76E-26E1971A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如果一个声音读问句，另一个读感叹句，差别可能来自语气。</a:t>
            </a:r>
          </a:p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让它们读同样的内容，比较才更公平。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DDA53-9ADC-49B1-A70E-ED0C84D6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电脑怎么参与比较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57601-F5FF-4B10-99CA-34093193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程序把声音特点记成一组数字，比较它们有多相似。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换几句话再比，避免只凭一句话就认定两种声音不同。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7CBAA-8A42-44BE-A085-AEF99376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电脑给出的相似程度只是参考，最终要请听众判断能不能认出人物</a:t>
            </a:r>
          </a:p>
        </p:txBody>
      </p:sp>
    </p:spTree>
    <p:extLst>
      <p:ext uri="{BB962C8B-B14F-4D97-AF65-F5344CB8AC3E}">
        <p14:creationId xmlns:p14="http://schemas.microsoft.com/office/powerpoint/2010/main" val="6956552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43FF5-19AE-4659-88CC-61091465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怎么做到：把声音优先分给最需要区分的人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E703D-72E1-4F7D-8719-1484B15F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5F600-5332-4B30-AE70-07AD9D8B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先看哪些人物经常一来一回地说话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661B0-9A6E-49B2-9998-C7C280A6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程序按原文统计两个人轮流说话的次数。</a:t>
            </a:r>
          </a:p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对话越频繁，越优先给他们安排差别较大的声音。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857F1-6530-47A3-9349-C48B26A4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同时保留用户的选择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316CE-0C46-4124-BBF3-827CEC7F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已经锁定的声音不会被自动改掉。</a:t>
            </a:r>
          </a:p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也可以要求旁白单独用一种声音，或不同人物不共用声音。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6616D-DD12-4713-89B5-471CBC3B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方案少就逐个比较，方案多就先做好主要人物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5EAD5-3FD7-40CE-9081-0C7783C1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先给经常说话的人分配，再尝试交换声音，看看能不能更容易区分。</a:t>
            </a:r>
          </a:p>
          <a:p xmlns:a="http://schemas.openxmlformats.org/drawingml/2006/main">
            <a: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还会考虑声音是否适合人物，尽量少改已经定好的安排。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B5E446-B285-4261-9C3F-EFAA8824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这是当前程序的分配方法，是否真的更好听、更好认，需要专门做试听比较</a:t>
            </a:r>
          </a:p>
        </p:txBody>
      </p:sp>
    </p:spTree>
    <p:extLst>
      <p:ext uri="{BB962C8B-B14F-4D97-AF65-F5344CB8AC3E}">
        <p14:creationId xmlns:p14="http://schemas.microsoft.com/office/powerpoint/2010/main" val="2130953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DF022-35A0-439A-9207-9CB73A32836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24750" y="5500688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6E84E-A550-40FA-9A6A-B2C2DE3D5F0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695700" y="5500688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B4307-0805-412D-B1AD-677F5F9E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现在可以怎样给人物安排声音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1B023-B708-4F8A-AD7D-FB66FCBD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BAE80-85BB-40D0-82CE-3D3DCE2A09D3}"/>
              </a:ext>
            </a:extLst>
          </p:cNvPr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286250"/>
                <a:gridCol w="4400550"/>
              </a:tblGrid>
              <a:tr h="73818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用户要做什么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项目中的具体例子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选现成声音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直接选择服务里已有的声音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Juli 曾使用 Chloe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用文字描述声音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写清年龄感、音色和说话方式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同学群体使用固定的声音描述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模仿一段参考录音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提供参考音，让服务照着声音来读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Bryce 先试读几句，再用于整章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E083D-AA3E-4E93-8D44-5F40EF02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每个人物保存一份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声音设置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0215D-CC33-4690-A06D-C0C680F5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91125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换章时继续使用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同一份设置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41EED-CABB-476A-950D-83155AA7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91125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声音换过之后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重新试听确认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61687-4E09-4E82-A17F-796D82F1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模仿参考音通常称为“声音克隆”，换过声音后的录音不能沿用旧试听结论</a:t>
            </a:r>
          </a:p>
        </p:txBody>
      </p:sp>
    </p:spTree>
    <p:extLst>
      <p:ext uri="{BB962C8B-B14F-4D97-AF65-F5344CB8AC3E}">
        <p14:creationId xmlns:p14="http://schemas.microsoft.com/office/powerpoint/2010/main" val="20590293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65790-707C-40EE-B03F-079B00AC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生成之后，重点检查哪几类问题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9AFC3-9E32-4CA2-885F-4158E0AE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71D4D-3E32-451B-BD56-A3EB1F40477F}"/>
              </a:ext>
            </a:extLst>
          </p:cNvPr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762500"/>
                <a:gridCol w="3924300"/>
              </a:tblGrid>
              <a:tr h="7048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要检查什么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程序怎样找疑点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人还需要注意什么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有没有读错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把录音转成文字，再与原文比较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文字可能识别错，不能直接删声音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两段连得顺不顺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查看句尾句首、音量和停顿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爆音、卡顿和长停顿需要试听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人物声音变没变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与该人物已确认的录音比较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情绪变化也会让声音听起来不同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文件是否正常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检查过响、长时间无声及能否播放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文件能播放，不等于每句话都合格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A7B95-3389-4E58-BBB7-48711A5B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每项分别标记“通过”“有问题”或“还没查清”，没查清不会自动算通过</a:t>
            </a:r>
          </a:p>
        </p:txBody>
      </p:sp>
    </p:spTree>
    <p:extLst>
      <p:ext uri="{BB962C8B-B14F-4D97-AF65-F5344CB8AC3E}">
        <p14:creationId xmlns:p14="http://schemas.microsoft.com/office/powerpoint/2010/main" val="17031665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667484-9CFC-47F3-BCB7-CA79C9788F1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620000" y="5276850"/>
            <a:ext cx="1390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A5E18-E289-4B14-BF4E-C490765A5E9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81350" y="5276850"/>
            <a:ext cx="1390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1CF38F-47E2-4818-BA6A-50E91A5F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怎么找到疑点：让电脑先帮我们听一遍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2EFD6-371A-49CA-82B5-98974E3C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6E97E-8DA7-4D7B-9085-C755931A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第一步，把录音变成文字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79D34-BE58-484C-B023-77C70C5A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一字一词地与要读的内容比较，标出多读、漏读和读成别的词的位置。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英文按词比较，中文按字比较。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4BA24-DA7F-4D0C-B3C1-F5A95B94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第二步，与这个人物之前的声音比较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FF871-2792-4128-A15D-6FE384D8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看看声音、音调和速度有没有明显变化。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句子太短或情绪变化太大时，先提示复核，不急着判断读错。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3EFC2-B161-4E22-97B0-5BCBAFC8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前一句的结尾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DAB73-E5CD-4937-AF33-113DF209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14900"/>
            <a:ext cx="304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两句话连起来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检查停顿和声音突变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CA4F8-25CB-4676-ABDB-81C7DCA2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1490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后一句的开头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65CE2-35DC-4C1C-986D-69552873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程序负责缩小试听范围，拿不准的地方保留录音和提示，让人最后决定</a:t>
            </a:r>
          </a:p>
        </p:txBody>
      </p:sp>
    </p:spTree>
    <p:extLst>
      <p:ext uri="{BB962C8B-B14F-4D97-AF65-F5344CB8AC3E}">
        <p14:creationId xmlns:p14="http://schemas.microsoft.com/office/powerpoint/2010/main" val="2004657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307C2-1630-4CCA-9B72-F2886923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创新三：哪里读错，就优先修哪里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5334C-FDAB-4492-9402-37406B02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63CE0-FF15-45E5-84A0-DD9FF5609D32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429125"/>
                <a:gridCol w="3209925"/>
              </a:tblGrid>
              <a:tr h="7381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首章中的实际问题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这次怎样修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解决了什么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R039 正文读完后又重复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留下完整正文，去掉后面的重复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不用把整章再生成一遍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J076 两句之间停得太久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去掉已确认的多余无声部分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让连接处恢复到约 1 秒停顿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R034 一个词开头读了几遍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改用 Come on! 的读法重新生成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只增加一次生成请求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5A5BA-3976-48D8-8B4C-9043406A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这几处都已做局部试听确认，原始录音仍然保留。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C1A40-67A6-4BEA-8469-68F11AED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修复一个地方之后，还要听前后两句，防止修好这里、影响旁边</a:t>
            </a:r>
          </a:p>
        </p:txBody>
      </p:sp>
    </p:spTree>
    <p:extLst>
      <p:ext uri="{BB962C8B-B14F-4D97-AF65-F5344CB8AC3E}">
        <p14:creationId xmlns:p14="http://schemas.microsoft.com/office/powerpoint/2010/main" val="5043046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72A3C-10AA-4FFD-B7D6-D0880A2DD71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77125" y="317182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9C2EF-194B-4BCF-8134-B8B0A65CD04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371850" y="317182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CD103-0FCF-486E-B6C4-82AB9897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怎么控制重试：给制作过程设一个上限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4C57C-5CD3-4CE8-ABA6-A75E9539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9AD18-857E-4CC5-8DA8-79A82807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事先设好：最多请求几次、修几次、补读多少字、用多长时间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1F2B4-8D77-4639-9900-D26563F9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确实需要重新读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只发送问题段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35310-38C0-4400-92FA-7255B176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1462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先检查剩余额度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登记这次尝试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5F7F9-E932-46A3-87EF-56606C11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1462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请求语音服务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记录成功或失败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26360-A067-40F9-8C08-DB741481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失败的一次也记下来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9B630-E329-474B-A3F8-8CA5A1B9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避免网络或生成失败后反复重试，把次数悄悄用完。</a:t>
            </a:r>
          </a:p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上限到了就停止追加，把仍未解决的问题列出来。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883BC-F8F7-4F45-A6D8-73AB7A0E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目前按次数、文字量和时间控制，尚未直接计算花了多少元</a:t>
            </a:r>
          </a:p>
        </p:txBody>
      </p:sp>
    </p:spTree>
    <p:extLst>
      <p:ext uri="{BB962C8B-B14F-4D97-AF65-F5344CB8AC3E}">
        <p14:creationId xmlns:p14="http://schemas.microsoft.com/office/powerpoint/2010/main" val="15800872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DAC43-3EA5-4FEC-A4DB-BE6F2F633EA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896100" y="20574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B7463-7382-402F-BE49-20E30964197E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47975" y="20574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0611C-76FF-4C45-8544-5CAF2003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怎么判断修好了：新旧版本一起比较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BE481-1C6F-4E99-BB7B-3F7EFD60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5B25C-8B9B-4DB1-A077-01DE7F99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238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前一句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D8923-7EC2-439E-9F5C-12EAD685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764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修改后的这一句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95C45-7652-46DD-AFE9-CB4B9F9D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676400"/>
            <a:ext cx="2238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后一句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3176E-B86E-49E6-BCAF-84FBB6A6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先看原来正确的部分有没有受影响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54996-6E8C-4C97-831C-876F1B74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内容不能少读或多读，原来通过的检查还要继续通过。</a:t>
            </a:r>
          </a:p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这一句和前后句的连接也要重新检查。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A36DE-C28C-41B4-8305-F30D13AC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再看这次修改有没有解决问题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24CBF-325D-4965-B7F2-88FB0648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程序确认有改善，才采用新版本。没有改善就继续保留原件。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像“声音是否适合人物”这样的问题，仍要靠人试听。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C54A9-D904-4BA9-8778-EE74E340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只修一个问题段，也要一起检查它的前后两句</a:t>
            </a:r>
          </a:p>
        </p:txBody>
      </p:sp>
    </p:spTree>
    <p:extLst>
      <p:ext uri="{BB962C8B-B14F-4D97-AF65-F5344CB8AC3E}">
        <p14:creationId xmlns:p14="http://schemas.microsoft.com/office/powerpoint/2010/main" val="2097312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1F8B2-F5A6-4AD6-9FD7-0C92612F50D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524500" y="5229225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375D6-3A37-404D-BC13-20732453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具体例子：读完又重复，怎样安全去掉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00AB2-E619-4299-B856-1C6C65E4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CA23B-513D-4217-847D-DA206C20D4C7}"/>
              </a:ext>
            </a:extLst>
          </p:cNvPr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5781675"/>
              </a:tblGrid>
              <a:tr h="6429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先确认什么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然后怎样处理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原文应该读的部分已经完整读完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找正文与多余重复之间的停顿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前半段内容完整，后半段只有多余重复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把两部分分别转成文字，再次核对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切的位置不会伤到正常发音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两边留出 0.1 秒保护，只去掉多余尾段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03B5F-64F6-4BC3-BEA0-E30DBA3E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29175"/>
            <a:ext cx="457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原文该读的部分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完整保留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16F49-591D-4E69-9C38-340D7ED5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29175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多出来的重复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确认后再去掉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1477B-2E6F-431C-AC15-E862A9D9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386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停顿处切开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EF497-8645-4D52-9BDC-9FD35856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默认先让人复核，只有条件明确且用户开启自动处理时才自动采用</a:t>
            </a:r>
          </a:p>
        </p:txBody>
      </p:sp>
    </p:spTree>
    <p:extLst>
      <p:ext uri="{BB962C8B-B14F-4D97-AF65-F5344CB8AC3E}">
        <p14:creationId xmlns:p14="http://schemas.microsoft.com/office/powerpoint/2010/main" val="7401327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22FAE-2664-4FFE-B21A-A8C7CE5B3CF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24750" y="228600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572C1-554D-47F0-AAED-2F590C7FB634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467100" y="228600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70466-D709-4AAE-91C6-9BFF8B75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原音和修改版都保存，随时能查清改了什么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0F52E-2EF5-427A-9992-D4D787C0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D114A-BC2A-4295-804B-E79E8683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85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生成时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记下正文和声音设置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D88A1-87B0-4C64-8225-8D5FA3F0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38325"/>
            <a:ext cx="285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生成后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保存原始录音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F1E7B-1D77-45AB-AA84-7E18FB12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38325"/>
            <a:ext cx="285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修改后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另存新版本和修改记录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AF42E-B3B2-4A22-9AD3-C02A18E8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同样的内容和设置，可以复用已有录音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0FCA0-23AE-4602-BBB1-8142CBEE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调语速、剪重复等处理另存文件，原来的录音不会被覆盖。</a:t>
            </a:r>
          </a:p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最后按顺序拼成整章，并检查音频和检查单是否对应。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BC5BF-FACB-44E9-BAA0-C445B85C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例如：R039 去掉多余重复后，仍能找到修改前的录音进行比较。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456DE-E364-4CAB-896D-0943C3E3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每份文件都有唯一校验记录，避免拿旧音频的试听结论套在新版本上</a:t>
            </a:r>
          </a:p>
        </p:txBody>
      </p:sp>
    </p:spTree>
    <p:extLst>
      <p:ext uri="{BB962C8B-B14F-4D97-AF65-F5344CB8AC3E}">
        <p14:creationId xmlns:p14="http://schemas.microsoft.com/office/powerpoint/2010/main" val="5919168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FB764-09E2-4B79-8C22-CC23E22A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实际完成的案例：《Flipped》首章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D9DB6-B22C-45CF-B120-63AD884C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75601-1181-4626-A74E-43393628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14,311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7B524-E104-454D-AC45-E9EF97E4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原文字符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F3A4D-1F29-4E75-86AC-B79188CB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D5208-C7FB-4A4A-8127-DEA58CD4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人物与角色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4B819-AED2-4ADC-B844-17BFEFE7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0BEC9-2865-41B5-84EA-482A4E1A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生成的小段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2B29C-3B74-401F-A201-7500D00E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99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8FB43-C348-4FCF-9EA2-4D7B5EE2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小段连接处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74205-1E71-49AA-BAC0-E4DE2097591E}"/>
              </a:ext>
            </a:extLst>
          </p:cNvPr>
          <p:cNvGraphicFramePr/>
          <p:nvPr/>
        </p:nvGraphicFramePr>
        <p:xfrm>
          <a:off xmlns:a="http://schemas.openxmlformats.org/drawingml/2006/main" x="609600" y="3743325"/>
          <a:ext xmlns:a="http://schemas.openxmlformats.org/drawingml/2006/main" cx="1097280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686800"/>
              </a:tblGrid>
              <a:tr h="4881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已经做了什么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首次生成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完成约 15 分 32 秒的原始版本，保留原音频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调整 Bryce 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根据已确认的参考音，增加 67 次生成请求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修正具体问题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处理重复和长停顿等问题，最新版本约 17 分 34 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1A20F-C945-4341-A266-01FCECD9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版本时长不同，不能直接说明谁更好，已确认的局部也不代表整章全部通过</a:t>
            </a:r>
          </a:p>
        </p:txBody>
      </p:sp>
    </p:spTree>
    <p:extLst>
      <p:ext uri="{BB962C8B-B14F-4D97-AF65-F5344CB8AC3E}">
        <p14:creationId xmlns:p14="http://schemas.microsoft.com/office/powerpoint/2010/main" val="68528161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5DEB9-A29A-4371-9732-2E47045F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哪些问题已经试听确认修好了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DB75B-3369-4C38-A58B-E6594508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0CAB9-E6A0-4623-9DF8-BA31A0929E96}"/>
              </a:ext>
            </a:extLst>
          </p:cNvPr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191000"/>
                <a:gridCol w="440055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问题位置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做了什么修改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已经确认的范围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R039 句尾重复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留下完整正文，删多余重复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保留的正常语音没改，局部试听通过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R018 多读 No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只留下原文要求的三次 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前后片段已核对，局部试听通过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J076 停顿太长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只剪掉多余的无声部分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两句之间约 1 秒，试听通过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R034 开头反复读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C’mon 改用 Come on! 来读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发音及与前后句的连接试听通过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907C3-6528-4CC9-8299-4CDABDE0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已保存 10 个试听接受的修复案例，全部来自同一本书的同一章。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1EDC0-D143-44CD-A0B9-F06E51CE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这些案例能说明具体怎么修，还不能算出对其他书籍的修复成功率</a:t>
            </a:r>
          </a:p>
        </p:txBody>
      </p:sp>
    </p:spTree>
    <p:extLst>
      <p:ext uri="{BB962C8B-B14F-4D97-AF65-F5344CB8AC3E}">
        <p14:creationId xmlns:p14="http://schemas.microsoft.com/office/powerpoint/2010/main" val="9817600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50BB2-7A1E-4976-A21C-7236D40EEEF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143750" y="2176463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F71FD-54DF-463E-8544-10072CC4A13A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33725" y="2176463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6B01C0-767D-498F-84EE-9C813E23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让人少重复听，接下来再验证人物好不好认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09158-1CBD-48E0-AA7E-16CACEE6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D1B22-1C25-429C-AF37-8FC5E2CF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25241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133 条问题提示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A5457-4685-4756-843A-C1B5F5FA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71650"/>
            <a:ext cx="25241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整理为 48 个片段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F9F51-29FD-415B-8C2F-1316D392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716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合成 9 段试听内容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FB25C-7EBD-46B8-B05E-D7C1F1EB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同一段录音被反复提示，就合在一起听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45DC4-FAAA-4774-8274-58781498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每个问题都保留，只合并重复的试听范围。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原来重叠片段加起来约 27 分钟，合并后约 16 分钟。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15936-7261-4E94-9241-EE6976B7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“听出是谁”的题目已经准备好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5F005-E775-4714-91D9-5851CECB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36 道题，使用九段已做试听检查的录音。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目前还没有听众答题结果，不能说自动分配已经更容易辨认。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1939C-E1B8-4342-8982-B9A1F609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本批自动分配与随机分配恰好相同，不能用这批材料比较二者优劣</a:t>
            </a:r>
          </a:p>
        </p:txBody>
      </p:sp>
    </p:spTree>
    <p:extLst>
      <p:ext uri="{BB962C8B-B14F-4D97-AF65-F5344CB8AC3E}">
        <p14:creationId xmlns:p14="http://schemas.microsoft.com/office/powerpoint/2010/main" val="5311940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EDAE5-7D13-400C-B06F-E4A7F5B2F76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39175" y="23526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7A205-1A35-4C4E-B4A5-1D5BC84E8CD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743575" y="23526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31317-FED0-413D-A03C-C09632C8641F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47975" y="23526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FD0EB-55C3-4253-A2C3-B76200E3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网页操作保护：重新拆分后，要重新确认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9BDBA-FB01-420F-8684-8A29C5E5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E6E52-2F9A-4749-8D82-E2EEE679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上传书籍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选择要做的章节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B010F-FCDE-4B0E-84C2-3E036D67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5000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重新拆分文字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旧的确认立即失效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1B04D-3F15-4E1F-BF8F-CA5876B2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05000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检查人物和声音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重新点击确认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B649A-F229-4696-99D5-13303C53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05000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开始生成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查看和下载结果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BF285-5B26-4676-8779-6862B26F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避免“内容已改，仍按旧安排生成”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E659A-BB73-4F27-9C68-53234D6C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重新拆分时，不能拿上一次的确认继续生成。</a:t>
            </a:r>
          </a:p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同一本书的保存、确认和开始生成，程序会协调顺序，避免互相冲突。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EF781-47EA-4365-AAE3-7A1303C8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关闭进度显示，也不会把仍在工作的任务误当成已经结束。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CEB0D-F226-43EF-BB25-D8610F9B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后台流程已经测试，新控件在浏览器中的实际操作体验仍需最后确认</a:t>
            </a:r>
          </a:p>
        </p:txBody>
      </p:sp>
    </p:spTree>
    <p:extLst>
      <p:ext uri="{BB962C8B-B14F-4D97-AF65-F5344CB8AC3E}">
        <p14:creationId xmlns:p14="http://schemas.microsoft.com/office/powerpoint/2010/main" val="28469969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9048C-8C59-4301-BD7C-FDF7F185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现在做到哪一步，接下来先做什么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E8074-A517-4A57-80CB-17B6CCB5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DE315-1D38-4244-BF0A-7698E81FDF38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305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5048250"/>
                <a:gridCol w="3924300"/>
              </a:tblGrid>
              <a:tr h="66103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目前已经做了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下一步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整套制作流程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选章节、分人物、选声音、生成和查问题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先把 MiMo 网页使用流程做好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实际使用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完成首章生成，修过重复和长停顿等问题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完成这一版整章试听，再扩大使用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研究准备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有修复案例，也有 36 道人物辨认题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换更多书，找听众做比较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其他语音服务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原转换器支持多种服务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新的适配与论文实验暂缓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88A46-5805-41D8-8440-6BBC15BB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最近保存的程序测试：674 项，644 项通过，30 项因环境跳过。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A5AFE-A345-457E-A0C2-8942BBB6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程序测试说明功能运行情况，实际听感和论文效果还需要另外验证</a:t>
            </a:r>
          </a:p>
        </p:txBody>
      </p:sp>
    </p:spTree>
    <p:extLst>
      <p:ext uri="{BB962C8B-B14F-4D97-AF65-F5344CB8AC3E}">
        <p14:creationId xmlns:p14="http://schemas.microsoft.com/office/powerpoint/2010/main" val="88011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2026-10-18T07:20:58.4120000Z</dcterms:created>
  <dcterms:modified xsi:type="dcterms:W3CDTF">2026-10-18T07:20:58.4120000Z</dcterms:modified>
</coreProperties>
</file>